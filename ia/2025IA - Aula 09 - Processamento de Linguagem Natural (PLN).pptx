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7"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Lst>
  <p:sldSz cy="5143500" cx="9144000"/>
  <p:notesSz cx="6858000" cy="9144000"/>
  <p:embeddedFontLst>
    <p:embeddedFont>
      <p:font typeface="Roboto"/>
      <p:regular r:id="rId42"/>
      <p:bold r:id="rId43"/>
      <p:italic r:id="rId44"/>
      <p:boldItalic r:id="rId45"/>
    </p:embeddedFont>
    <p:embeddedFont>
      <p:font typeface="EB Garamond"/>
      <p:regular r:id="rId46"/>
      <p:bold r:id="rId47"/>
      <p:italic r:id="rId48"/>
      <p:boldItalic r:id="rId49"/>
    </p:embeddedFont>
    <p:embeddedFont>
      <p:font typeface="Century Gothic"/>
      <p:regular r:id="rId50"/>
      <p:bold r:id="rId51"/>
      <p:italic r:id="rId52"/>
      <p:boldItalic r:id="rId53"/>
    </p:embeddedFont>
    <p:embeddedFont>
      <p:font typeface="Open Sans"/>
      <p:regular r:id="rId54"/>
      <p:bold r:id="rId55"/>
      <p:italic r:id="rId56"/>
      <p:boldItalic r:id="rId5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font" Target="fonts/Roboto-regular.fntdata"/><Relationship Id="rId41" Type="http://schemas.openxmlformats.org/officeDocument/2006/relationships/slide" Target="slides/slide36.xml"/><Relationship Id="rId44" Type="http://schemas.openxmlformats.org/officeDocument/2006/relationships/font" Target="fonts/Roboto-italic.fntdata"/><Relationship Id="rId43" Type="http://schemas.openxmlformats.org/officeDocument/2006/relationships/font" Target="fonts/Roboto-bold.fntdata"/><Relationship Id="rId46" Type="http://schemas.openxmlformats.org/officeDocument/2006/relationships/font" Target="fonts/EBGaramond-regular.fntdata"/><Relationship Id="rId45" Type="http://schemas.openxmlformats.org/officeDocument/2006/relationships/font" Target="fonts/Roboto-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EBGaramond-italic.fntdata"/><Relationship Id="rId47" Type="http://schemas.openxmlformats.org/officeDocument/2006/relationships/font" Target="fonts/EBGaramond-bold.fntdata"/><Relationship Id="rId49" Type="http://schemas.openxmlformats.org/officeDocument/2006/relationships/font" Target="fonts/EBGaramond-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CenturyGothic-bold.fntdata"/><Relationship Id="rId50" Type="http://schemas.openxmlformats.org/officeDocument/2006/relationships/font" Target="fonts/CenturyGothic-regular.fntdata"/><Relationship Id="rId53" Type="http://schemas.openxmlformats.org/officeDocument/2006/relationships/font" Target="fonts/CenturyGothic-boldItalic.fntdata"/><Relationship Id="rId52" Type="http://schemas.openxmlformats.org/officeDocument/2006/relationships/font" Target="fonts/CenturyGothic-italic.fntdata"/><Relationship Id="rId11" Type="http://schemas.openxmlformats.org/officeDocument/2006/relationships/slide" Target="slides/slide6.xml"/><Relationship Id="rId55" Type="http://schemas.openxmlformats.org/officeDocument/2006/relationships/font" Target="fonts/OpenSans-bold.fntdata"/><Relationship Id="rId10" Type="http://schemas.openxmlformats.org/officeDocument/2006/relationships/slide" Target="slides/slide5.xml"/><Relationship Id="rId54" Type="http://schemas.openxmlformats.org/officeDocument/2006/relationships/font" Target="fonts/OpenSans-regular.fntdata"/><Relationship Id="rId13" Type="http://schemas.openxmlformats.org/officeDocument/2006/relationships/slide" Target="slides/slide8.xml"/><Relationship Id="rId57" Type="http://schemas.openxmlformats.org/officeDocument/2006/relationships/font" Target="fonts/OpenSans-boldItalic.fntdata"/><Relationship Id="rId12" Type="http://schemas.openxmlformats.org/officeDocument/2006/relationships/slide" Target="slides/slide7.xml"/><Relationship Id="rId56" Type="http://schemas.openxmlformats.org/officeDocument/2006/relationships/font" Target="fonts/OpenSans-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2d68f8e9809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2d68f8e9809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2d68f8e9809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2d68f8e9809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2d68f8e9809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2d68f8e9809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2d68f8e9809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2d68f8e9809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2d68f8e9809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2d68f8e9809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2d68f8e9809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2d68f8e9809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2d68f8e9809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2d68f8e9809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a34aaadd6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a34aaadd6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a38bc0285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a38bc0285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2d69bc6895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2d69bc6895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2d69bc68958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2d69bc68958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2d69bc68958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2d69bc68958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2d69bc68958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2d69bc68958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2d69bc68958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2d69bc68958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2d69bc68958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2d69bc68958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2d69bc68958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2d69bc68958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2d69bc68958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2d69bc68958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2d69bc68958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2d69bc68958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0deab8ac5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0deab8ac5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2d69bc68958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2d69bc68958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2d69bc68958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2d69bc68958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2d69bc68958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2d69bc68958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2d69bc68958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2d69bc68958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2d69bc68958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2d69bc68958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2d69bc68958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2d69bc68958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2d69bc68958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2d69bc68958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2d69bc68958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2d69bc68958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2d69bc68958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2d69bc68958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2d69bc68958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2d69bc68958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2d69bc68958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2d69bc68958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2d69bc68958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2d69bc68958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2d69bc68958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2d69bc68958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2d69bc68958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2d69bc68958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2d69bc68958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2d69bc68958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320fbdd816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320fbdd816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de Título" type="title">
  <p:cSld name="TITLE">
    <p:spTree>
      <p:nvGrpSpPr>
        <p:cNvPr id="11" name="Shape 11"/>
        <p:cNvGrpSpPr/>
        <p:nvPr/>
      </p:nvGrpSpPr>
      <p:grpSpPr>
        <a:xfrm>
          <a:off x="0" y="0"/>
          <a:ext cx="0" cy="0"/>
          <a:chOff x="0" y="0"/>
          <a:chExt cx="0" cy="0"/>
        </a:xfrm>
      </p:grpSpPr>
      <p:sp>
        <p:nvSpPr>
          <p:cNvPr id="12" name="Google Shape;12;p2"/>
          <p:cNvSpPr/>
          <p:nvPr/>
        </p:nvSpPr>
        <p:spPr>
          <a:xfrm>
            <a:off x="0" y="-2381"/>
            <a:ext cx="9144000" cy="3902869"/>
          </a:xfrm>
          <a:custGeom>
            <a:rect b="b" l="l" r="r" t="t"/>
            <a:pathLst>
              <a:path extrusionOk="0" h="3278" w="5760">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blipFill rotWithShape="1">
            <a:blip r:embed="rId2">
              <a:alphaModFix/>
            </a:blip>
            <a:tile algn="tl" flip="none" tx="0" sx="99996" ty="0" sy="99996"/>
          </a:blipFill>
          <a:ln cap="rnd" cmpd="sng" w="9525">
            <a:solidFill>
              <a:schemeClr val="accent1"/>
            </a:solidFill>
            <a:prstDash val="solid"/>
            <a:round/>
            <a:headEnd len="sm" w="sm" type="none"/>
            <a:tailEnd len="sm" w="sm" type="none"/>
          </a:ln>
        </p:spPr>
      </p:sp>
      <p:sp>
        <p:nvSpPr>
          <p:cNvPr id="13" name="Google Shape;13;p2"/>
          <p:cNvSpPr txBox="1"/>
          <p:nvPr>
            <p:ph type="ctrTitle"/>
          </p:nvPr>
        </p:nvSpPr>
        <p:spPr>
          <a:xfrm>
            <a:off x="607501" y="1086860"/>
            <a:ext cx="7929000" cy="2228400"/>
          </a:xfrm>
          <a:prstGeom prst="rect">
            <a:avLst/>
          </a:prstGeom>
          <a:noFill/>
          <a:ln>
            <a:noFill/>
          </a:ln>
          <a:effectLst>
            <a:outerShdw blurRad="50800">
              <a:srgbClr val="000000">
                <a:alpha val="60000"/>
              </a:srgbClr>
            </a:outerShdw>
          </a:effectLst>
        </p:spPr>
        <p:txBody>
          <a:bodyPr anchorCtr="0" anchor="b" bIns="34275" lIns="68575" spcFirstLastPara="1" rIns="68575" wrap="square" tIns="34275">
            <a:noAutofit/>
          </a:bodyPr>
          <a:lstStyle>
            <a:lvl1pPr lvl="0" algn="l">
              <a:lnSpc>
                <a:spcPct val="100000"/>
              </a:lnSpc>
              <a:spcBef>
                <a:spcPts val="0"/>
              </a:spcBef>
              <a:spcAft>
                <a:spcPts val="0"/>
              </a:spcAft>
              <a:buClr>
                <a:srgbClr val="FEFEFE"/>
              </a:buClr>
              <a:buSzPts val="4100"/>
              <a:buFont typeface="Roboto"/>
              <a:buNone/>
              <a:defRPr b="0" sz="4100">
                <a:latin typeface="Roboto"/>
                <a:ea typeface="Roboto"/>
                <a:cs typeface="Roboto"/>
                <a:sym typeface="Roboto"/>
              </a:defRPr>
            </a:lvl1pPr>
            <a:lvl2pPr lvl="1" algn="l">
              <a:lnSpc>
                <a:spcPct val="100000"/>
              </a:lnSpc>
              <a:spcBef>
                <a:spcPts val="0"/>
              </a:spcBef>
              <a:spcAft>
                <a:spcPts val="0"/>
              </a:spcAft>
              <a:buSzPts val="1100"/>
              <a:buFont typeface="Roboto"/>
              <a:buNone/>
              <a:defRPr>
                <a:latin typeface="Roboto"/>
                <a:ea typeface="Roboto"/>
                <a:cs typeface="Roboto"/>
                <a:sym typeface="Roboto"/>
              </a:defRPr>
            </a:lvl2pPr>
            <a:lvl3pPr lvl="2" algn="l">
              <a:lnSpc>
                <a:spcPct val="100000"/>
              </a:lnSpc>
              <a:spcBef>
                <a:spcPts val="0"/>
              </a:spcBef>
              <a:spcAft>
                <a:spcPts val="0"/>
              </a:spcAft>
              <a:buSzPts val="1100"/>
              <a:buFont typeface="Roboto"/>
              <a:buNone/>
              <a:defRPr>
                <a:latin typeface="Roboto"/>
                <a:ea typeface="Roboto"/>
                <a:cs typeface="Roboto"/>
                <a:sym typeface="Roboto"/>
              </a:defRPr>
            </a:lvl3pPr>
            <a:lvl4pPr lvl="3" algn="l">
              <a:lnSpc>
                <a:spcPct val="100000"/>
              </a:lnSpc>
              <a:spcBef>
                <a:spcPts val="0"/>
              </a:spcBef>
              <a:spcAft>
                <a:spcPts val="0"/>
              </a:spcAft>
              <a:buSzPts val="1100"/>
              <a:buFont typeface="Roboto"/>
              <a:buNone/>
              <a:defRPr>
                <a:latin typeface="Roboto"/>
                <a:ea typeface="Roboto"/>
                <a:cs typeface="Roboto"/>
                <a:sym typeface="Roboto"/>
              </a:defRPr>
            </a:lvl4pPr>
            <a:lvl5pPr lvl="4" algn="l">
              <a:lnSpc>
                <a:spcPct val="100000"/>
              </a:lnSpc>
              <a:spcBef>
                <a:spcPts val="0"/>
              </a:spcBef>
              <a:spcAft>
                <a:spcPts val="0"/>
              </a:spcAft>
              <a:buSzPts val="1100"/>
              <a:buFont typeface="Roboto"/>
              <a:buNone/>
              <a:defRPr>
                <a:latin typeface="Roboto"/>
                <a:ea typeface="Roboto"/>
                <a:cs typeface="Roboto"/>
                <a:sym typeface="Roboto"/>
              </a:defRPr>
            </a:lvl5pPr>
            <a:lvl6pPr lvl="5" algn="l">
              <a:lnSpc>
                <a:spcPct val="100000"/>
              </a:lnSpc>
              <a:spcBef>
                <a:spcPts val="0"/>
              </a:spcBef>
              <a:spcAft>
                <a:spcPts val="0"/>
              </a:spcAft>
              <a:buSzPts val="1100"/>
              <a:buFont typeface="Roboto"/>
              <a:buNone/>
              <a:defRPr>
                <a:latin typeface="Roboto"/>
                <a:ea typeface="Roboto"/>
                <a:cs typeface="Roboto"/>
                <a:sym typeface="Roboto"/>
              </a:defRPr>
            </a:lvl6pPr>
            <a:lvl7pPr lvl="6" algn="l">
              <a:lnSpc>
                <a:spcPct val="100000"/>
              </a:lnSpc>
              <a:spcBef>
                <a:spcPts val="0"/>
              </a:spcBef>
              <a:spcAft>
                <a:spcPts val="0"/>
              </a:spcAft>
              <a:buSzPts val="1100"/>
              <a:buFont typeface="Roboto"/>
              <a:buNone/>
              <a:defRPr>
                <a:latin typeface="Roboto"/>
                <a:ea typeface="Roboto"/>
                <a:cs typeface="Roboto"/>
                <a:sym typeface="Roboto"/>
              </a:defRPr>
            </a:lvl7pPr>
            <a:lvl8pPr lvl="7" algn="l">
              <a:lnSpc>
                <a:spcPct val="100000"/>
              </a:lnSpc>
              <a:spcBef>
                <a:spcPts val="0"/>
              </a:spcBef>
              <a:spcAft>
                <a:spcPts val="0"/>
              </a:spcAft>
              <a:buSzPts val="1100"/>
              <a:buFont typeface="Roboto"/>
              <a:buNone/>
              <a:defRPr>
                <a:latin typeface="Roboto"/>
                <a:ea typeface="Roboto"/>
                <a:cs typeface="Roboto"/>
                <a:sym typeface="Roboto"/>
              </a:defRPr>
            </a:lvl8pPr>
            <a:lvl9pPr lvl="8" algn="l">
              <a:lnSpc>
                <a:spcPct val="100000"/>
              </a:lnSpc>
              <a:spcBef>
                <a:spcPts val="0"/>
              </a:spcBef>
              <a:spcAft>
                <a:spcPts val="0"/>
              </a:spcAft>
              <a:buSzPts val="1100"/>
              <a:buFont typeface="Roboto"/>
              <a:buNone/>
              <a:defRPr>
                <a:latin typeface="Roboto"/>
                <a:ea typeface="Roboto"/>
                <a:cs typeface="Roboto"/>
                <a:sym typeface="Roboto"/>
              </a:defRPr>
            </a:lvl9pPr>
          </a:lstStyle>
          <a:p/>
        </p:txBody>
      </p:sp>
      <p:sp>
        <p:nvSpPr>
          <p:cNvPr id="14" name="Google Shape;14;p2"/>
          <p:cNvSpPr txBox="1"/>
          <p:nvPr>
            <p:ph idx="1" type="subTitle"/>
          </p:nvPr>
        </p:nvSpPr>
        <p:spPr>
          <a:xfrm>
            <a:off x="607501" y="3960635"/>
            <a:ext cx="7929000" cy="326100"/>
          </a:xfrm>
          <a:prstGeom prst="rect">
            <a:avLst/>
          </a:prstGeom>
          <a:noFill/>
          <a:ln>
            <a:noFill/>
          </a:ln>
          <a:effectLst>
            <a:outerShdw blurRad="50800">
              <a:srgbClr val="000000">
                <a:alpha val="40000"/>
              </a:srgbClr>
            </a:outerShdw>
          </a:effectLst>
        </p:spPr>
        <p:txBody>
          <a:bodyPr anchorCtr="0" anchor="t" bIns="34275" lIns="68575" spcFirstLastPara="1" rIns="68575" wrap="square" tIns="34275">
            <a:normAutofit/>
          </a:bodyPr>
          <a:lstStyle>
            <a:lvl1pPr lvl="0" algn="l">
              <a:lnSpc>
                <a:spcPct val="100000"/>
              </a:lnSpc>
              <a:spcBef>
                <a:spcPts val="300"/>
              </a:spcBef>
              <a:spcAft>
                <a:spcPts val="0"/>
              </a:spcAft>
              <a:buSzPts val="1400"/>
              <a:buFont typeface="Roboto"/>
              <a:buNone/>
              <a:defRPr>
                <a:solidFill>
                  <a:schemeClr val="lt1"/>
                </a:solidFill>
                <a:latin typeface="Roboto"/>
                <a:ea typeface="Roboto"/>
                <a:cs typeface="Roboto"/>
                <a:sym typeface="Roboto"/>
              </a:defRPr>
            </a:lvl1pPr>
            <a:lvl2pPr lvl="1" algn="ctr">
              <a:lnSpc>
                <a:spcPct val="100000"/>
              </a:lnSpc>
              <a:spcBef>
                <a:spcPts val="500"/>
              </a:spcBef>
              <a:spcAft>
                <a:spcPts val="0"/>
              </a:spcAft>
              <a:buSzPts val="1200"/>
              <a:buFont typeface="Roboto"/>
              <a:buNone/>
              <a:defRPr>
                <a:solidFill>
                  <a:schemeClr val="lt1"/>
                </a:solidFill>
                <a:latin typeface="Roboto"/>
                <a:ea typeface="Roboto"/>
                <a:cs typeface="Roboto"/>
                <a:sym typeface="Roboto"/>
              </a:defRPr>
            </a:lvl2pPr>
            <a:lvl3pPr lvl="2" algn="ctr">
              <a:lnSpc>
                <a:spcPct val="100000"/>
              </a:lnSpc>
              <a:spcBef>
                <a:spcPts val="500"/>
              </a:spcBef>
              <a:spcAft>
                <a:spcPts val="0"/>
              </a:spcAft>
              <a:buSzPts val="1100"/>
              <a:buFont typeface="Roboto"/>
              <a:buNone/>
              <a:defRPr>
                <a:solidFill>
                  <a:schemeClr val="lt1"/>
                </a:solidFill>
                <a:latin typeface="Roboto"/>
                <a:ea typeface="Roboto"/>
                <a:cs typeface="Roboto"/>
                <a:sym typeface="Roboto"/>
              </a:defRPr>
            </a:lvl3pPr>
            <a:lvl4pPr lvl="3" algn="ctr">
              <a:lnSpc>
                <a:spcPct val="100000"/>
              </a:lnSpc>
              <a:spcBef>
                <a:spcPts val="500"/>
              </a:spcBef>
              <a:spcAft>
                <a:spcPts val="0"/>
              </a:spcAft>
              <a:buSzPts val="900"/>
              <a:buFont typeface="Roboto"/>
              <a:buNone/>
              <a:defRPr>
                <a:solidFill>
                  <a:schemeClr val="lt1"/>
                </a:solidFill>
                <a:latin typeface="Roboto"/>
                <a:ea typeface="Roboto"/>
                <a:cs typeface="Roboto"/>
                <a:sym typeface="Roboto"/>
              </a:defRPr>
            </a:lvl4pPr>
            <a:lvl5pPr lvl="4" algn="ctr">
              <a:lnSpc>
                <a:spcPct val="100000"/>
              </a:lnSpc>
              <a:spcBef>
                <a:spcPts val="500"/>
              </a:spcBef>
              <a:spcAft>
                <a:spcPts val="0"/>
              </a:spcAft>
              <a:buSzPts val="900"/>
              <a:buFont typeface="Roboto"/>
              <a:buNone/>
              <a:defRPr>
                <a:solidFill>
                  <a:schemeClr val="lt1"/>
                </a:solidFill>
                <a:latin typeface="Roboto"/>
                <a:ea typeface="Roboto"/>
                <a:cs typeface="Roboto"/>
                <a:sym typeface="Roboto"/>
              </a:defRPr>
            </a:lvl5pPr>
            <a:lvl6pPr lvl="5" algn="ctr">
              <a:lnSpc>
                <a:spcPct val="100000"/>
              </a:lnSpc>
              <a:spcBef>
                <a:spcPts val="500"/>
              </a:spcBef>
              <a:spcAft>
                <a:spcPts val="0"/>
              </a:spcAft>
              <a:buSzPts val="900"/>
              <a:buFont typeface="Roboto"/>
              <a:buNone/>
              <a:defRPr>
                <a:solidFill>
                  <a:schemeClr val="lt1"/>
                </a:solidFill>
                <a:latin typeface="Roboto"/>
                <a:ea typeface="Roboto"/>
                <a:cs typeface="Roboto"/>
                <a:sym typeface="Roboto"/>
              </a:defRPr>
            </a:lvl6pPr>
            <a:lvl7pPr lvl="6" algn="ctr">
              <a:lnSpc>
                <a:spcPct val="100000"/>
              </a:lnSpc>
              <a:spcBef>
                <a:spcPts val="500"/>
              </a:spcBef>
              <a:spcAft>
                <a:spcPts val="0"/>
              </a:spcAft>
              <a:buSzPts val="900"/>
              <a:buFont typeface="Roboto"/>
              <a:buNone/>
              <a:defRPr>
                <a:solidFill>
                  <a:schemeClr val="lt1"/>
                </a:solidFill>
                <a:latin typeface="Roboto"/>
                <a:ea typeface="Roboto"/>
                <a:cs typeface="Roboto"/>
                <a:sym typeface="Roboto"/>
              </a:defRPr>
            </a:lvl7pPr>
            <a:lvl8pPr lvl="7" algn="ctr">
              <a:lnSpc>
                <a:spcPct val="100000"/>
              </a:lnSpc>
              <a:spcBef>
                <a:spcPts val="500"/>
              </a:spcBef>
              <a:spcAft>
                <a:spcPts val="0"/>
              </a:spcAft>
              <a:buSzPts val="900"/>
              <a:buFont typeface="Roboto"/>
              <a:buNone/>
              <a:defRPr>
                <a:solidFill>
                  <a:schemeClr val="lt1"/>
                </a:solidFill>
                <a:latin typeface="Roboto"/>
                <a:ea typeface="Roboto"/>
                <a:cs typeface="Roboto"/>
                <a:sym typeface="Roboto"/>
              </a:defRPr>
            </a:lvl8pPr>
            <a:lvl9pPr lvl="8" algn="ctr">
              <a:lnSpc>
                <a:spcPct val="100000"/>
              </a:lnSpc>
              <a:spcBef>
                <a:spcPts val="500"/>
              </a:spcBef>
              <a:spcAft>
                <a:spcPts val="500"/>
              </a:spcAft>
              <a:buSzPts val="900"/>
              <a:buFont typeface="Roboto"/>
              <a:buNone/>
              <a:defRPr>
                <a:solidFill>
                  <a:schemeClr val="lt1"/>
                </a:solidFill>
                <a:latin typeface="Roboto"/>
                <a:ea typeface="Roboto"/>
                <a:cs typeface="Roboto"/>
                <a:sym typeface="Roboto"/>
              </a:defRPr>
            </a:lvl9pPr>
          </a:lstStyle>
          <a:p/>
        </p:txBody>
      </p:sp>
      <p:sp>
        <p:nvSpPr>
          <p:cNvPr id="15" name="Google Shape;15;p2"/>
          <p:cNvSpPr txBox="1"/>
          <p:nvPr>
            <p:ph idx="10" type="dt"/>
          </p:nvPr>
        </p:nvSpPr>
        <p:spPr>
          <a:xfrm>
            <a:off x="7000970" y="4531022"/>
            <a:ext cx="1007700" cy="273900"/>
          </a:xfrm>
          <a:prstGeom prst="rect">
            <a:avLst/>
          </a:prstGeom>
          <a:noFill/>
          <a:ln>
            <a:noFill/>
          </a:ln>
        </p:spPr>
        <p:txBody>
          <a:bodyPr anchorCtr="0" anchor="b" bIns="34275" lIns="68575" spcFirstLastPara="1" rIns="68575" wrap="square" tIns="34275">
            <a:noAutofit/>
          </a:bodyPr>
          <a:lstStyle>
            <a:lvl1pPr lvl="0" algn="r">
              <a:lnSpc>
                <a:spcPct val="100000"/>
              </a:lnSpc>
              <a:spcBef>
                <a:spcPts val="0"/>
              </a:spcBef>
              <a:spcAft>
                <a:spcPts val="0"/>
              </a:spcAft>
              <a:buSzPts val="1100"/>
              <a:buNone/>
              <a:defRPr>
                <a:latin typeface="Open Sans"/>
                <a:ea typeface="Open Sans"/>
                <a:cs typeface="Open Sans"/>
                <a:sym typeface="Open Sans"/>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6" name="Google Shape;16;p2"/>
          <p:cNvSpPr txBox="1"/>
          <p:nvPr>
            <p:ph idx="11" type="ftr"/>
          </p:nvPr>
        </p:nvSpPr>
        <p:spPr>
          <a:xfrm>
            <a:off x="338635" y="4531022"/>
            <a:ext cx="6483300" cy="273900"/>
          </a:xfrm>
          <a:prstGeom prst="rect">
            <a:avLst/>
          </a:prstGeom>
          <a:noFill/>
          <a:ln>
            <a:noFill/>
          </a:ln>
        </p:spPr>
        <p:txBody>
          <a:bodyPr anchorCtr="0" anchor="b" bIns="34275" lIns="68575" spcFirstLastPara="1" rIns="68575" wrap="square" tIns="34275">
            <a:noAutofit/>
          </a:bodyPr>
          <a:lstStyle>
            <a:lvl1pPr lvl="0" algn="l">
              <a:lnSpc>
                <a:spcPct val="100000"/>
              </a:lnSpc>
              <a:spcBef>
                <a:spcPts val="0"/>
              </a:spcBef>
              <a:spcAft>
                <a:spcPts val="0"/>
              </a:spcAft>
              <a:buSzPts val="1100"/>
              <a:buNone/>
              <a:defRPr>
                <a:latin typeface="Open Sans"/>
                <a:ea typeface="Open Sans"/>
                <a:cs typeface="Open Sans"/>
                <a:sym typeface="Open Sans"/>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7" name="Google Shape;17;p2"/>
          <p:cNvSpPr txBox="1"/>
          <p:nvPr>
            <p:ph idx="12" type="sldNum"/>
          </p:nvPr>
        </p:nvSpPr>
        <p:spPr>
          <a:xfrm>
            <a:off x="8008748" y="4436916"/>
            <a:ext cx="796500" cy="367800"/>
          </a:xfrm>
          <a:prstGeom prst="rect">
            <a:avLst/>
          </a:prstGeom>
          <a:noFill/>
          <a:ln>
            <a:noFill/>
          </a:ln>
        </p:spPr>
        <p:txBody>
          <a:bodyPr anchorCtr="0" anchor="b" bIns="8100" lIns="68575" spcFirstLastPara="1" rIns="68575" wrap="square" tIns="34275">
            <a:noAutofit/>
          </a:bodyPr>
          <a:lstStyle>
            <a:lvl1pPr indent="0" lvl="0" marL="0" marR="0" algn="r">
              <a:lnSpc>
                <a:spcPct val="100000"/>
              </a:lnSpc>
              <a:spcBef>
                <a:spcPts val="0"/>
              </a:spcBef>
              <a:spcAft>
                <a:spcPts val="0"/>
              </a:spcAft>
              <a:buClr>
                <a:srgbClr val="000000"/>
              </a:buClr>
              <a:buSzPts val="1500"/>
              <a:buFont typeface="Arial"/>
              <a:buNone/>
              <a:defRPr b="0" i="0" sz="1500" u="none" cap="none" strike="noStrike">
                <a:solidFill>
                  <a:schemeClr val="accent1"/>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500"/>
              <a:buFont typeface="Arial"/>
              <a:buNone/>
              <a:defRPr b="0" i="0" sz="1500" u="none" cap="none" strike="noStrike">
                <a:solidFill>
                  <a:schemeClr val="accent1"/>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500"/>
              <a:buFont typeface="Arial"/>
              <a:buNone/>
              <a:defRPr b="0" i="0" sz="1500" u="none" cap="none" strike="noStrike">
                <a:solidFill>
                  <a:schemeClr val="accent1"/>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500"/>
              <a:buFont typeface="Arial"/>
              <a:buNone/>
              <a:defRPr b="0" i="0" sz="1500" u="none" cap="none" strike="noStrike">
                <a:solidFill>
                  <a:schemeClr val="accent1"/>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500"/>
              <a:buFont typeface="Arial"/>
              <a:buNone/>
              <a:defRPr b="0" i="0" sz="1500" u="none" cap="none" strike="noStrike">
                <a:solidFill>
                  <a:schemeClr val="accent1"/>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500"/>
              <a:buFont typeface="Arial"/>
              <a:buNone/>
              <a:defRPr b="0" i="0" sz="1500" u="none" cap="none" strike="noStrike">
                <a:solidFill>
                  <a:schemeClr val="accent1"/>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500"/>
              <a:buFont typeface="Arial"/>
              <a:buNone/>
              <a:defRPr b="0" i="0" sz="1500" u="none" cap="none" strike="noStrike">
                <a:solidFill>
                  <a:schemeClr val="accent1"/>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500"/>
              <a:buFont typeface="Arial"/>
              <a:buNone/>
              <a:defRPr b="0" i="0" sz="1500" u="none" cap="none" strike="noStrike">
                <a:solidFill>
                  <a:schemeClr val="accent1"/>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500"/>
              <a:buFont typeface="Arial"/>
              <a:buNone/>
              <a:defRPr b="0" i="0" sz="1500" u="none" cap="none" strike="noStrike">
                <a:solidFill>
                  <a:schemeClr val="accent1"/>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pic>
        <p:nvPicPr>
          <p:cNvPr id="18" name="Google Shape;18;p2"/>
          <p:cNvPicPr preferRelativeResize="0"/>
          <p:nvPr/>
        </p:nvPicPr>
        <p:blipFill rotWithShape="1">
          <a:blip r:embed="rId3">
            <a:alphaModFix/>
          </a:blip>
          <a:srcRect b="0" l="0" r="0" t="0"/>
          <a:stretch/>
        </p:blipFill>
        <p:spPr>
          <a:xfrm>
            <a:off x="5695225" y="3843125"/>
            <a:ext cx="3110024" cy="11140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Conteúdo" type="obj">
  <p:cSld name="OBJECT">
    <p:spTree>
      <p:nvGrpSpPr>
        <p:cNvPr id="19" name="Shape 19"/>
        <p:cNvGrpSpPr/>
        <p:nvPr/>
      </p:nvGrpSpPr>
      <p:grpSpPr>
        <a:xfrm>
          <a:off x="0" y="0"/>
          <a:ext cx="0" cy="0"/>
          <a:chOff x="0" y="0"/>
          <a:chExt cx="0" cy="0"/>
        </a:xfrm>
      </p:grpSpPr>
      <p:pic>
        <p:nvPicPr>
          <p:cNvPr id="20" name="Google Shape;20;p3"/>
          <p:cNvPicPr preferRelativeResize="0"/>
          <p:nvPr/>
        </p:nvPicPr>
        <p:blipFill rotWithShape="1">
          <a:blip r:embed="rId2">
            <a:alphaModFix/>
          </a:blip>
          <a:srcRect b="0" l="0" r="0" t="0"/>
          <a:stretch/>
        </p:blipFill>
        <p:spPr>
          <a:xfrm>
            <a:off x="0" y="0"/>
            <a:ext cx="9144000" cy="1282294"/>
          </a:xfrm>
          <a:prstGeom prst="rect">
            <a:avLst/>
          </a:prstGeom>
          <a:noFill/>
          <a:ln>
            <a:noFill/>
          </a:ln>
        </p:spPr>
      </p:pic>
      <p:sp>
        <p:nvSpPr>
          <p:cNvPr id="21" name="Google Shape;21;p3"/>
          <p:cNvSpPr txBox="1"/>
          <p:nvPr>
            <p:ph type="title"/>
          </p:nvPr>
        </p:nvSpPr>
        <p:spPr>
          <a:xfrm>
            <a:off x="607500" y="183526"/>
            <a:ext cx="7929000" cy="727800"/>
          </a:xfrm>
          <a:prstGeom prst="rect">
            <a:avLst/>
          </a:prstGeom>
          <a:noFill/>
          <a:ln>
            <a:noFill/>
          </a:ln>
          <a:effectLst>
            <a:outerShdw blurRad="50800">
              <a:srgbClr val="000000">
                <a:alpha val="60000"/>
              </a:srgbClr>
            </a:outerShdw>
          </a:effectLst>
        </p:spPr>
        <p:txBody>
          <a:bodyPr anchorCtr="0" anchor="ctr" bIns="34275" lIns="68575" spcFirstLastPara="1" rIns="68575" wrap="square" tIns="34275">
            <a:noAutofit/>
          </a:bodyPr>
          <a:lstStyle>
            <a:lvl1pPr lvl="0" algn="l">
              <a:lnSpc>
                <a:spcPct val="100000"/>
              </a:lnSpc>
              <a:spcBef>
                <a:spcPts val="0"/>
              </a:spcBef>
              <a:spcAft>
                <a:spcPts val="0"/>
              </a:spcAft>
              <a:buClr>
                <a:srgbClr val="FEFEFE"/>
              </a:buClr>
              <a:buSzPts val="2900"/>
              <a:buFont typeface="Impact"/>
              <a:buNone/>
              <a:defRPr b="0" sz="2900">
                <a:latin typeface="Impact"/>
                <a:ea typeface="Impact"/>
                <a:cs typeface="Impact"/>
                <a:sym typeface="Impact"/>
              </a:defRPr>
            </a:lvl1pPr>
            <a:lvl2pPr lvl="1" algn="l">
              <a:lnSpc>
                <a:spcPct val="100000"/>
              </a:lnSpc>
              <a:spcBef>
                <a:spcPts val="0"/>
              </a:spcBef>
              <a:spcAft>
                <a:spcPts val="0"/>
              </a:spcAft>
              <a:buSzPts val="1100"/>
              <a:buFont typeface="Impact"/>
              <a:buNone/>
              <a:defRPr>
                <a:latin typeface="Impact"/>
                <a:ea typeface="Impact"/>
                <a:cs typeface="Impact"/>
                <a:sym typeface="Impact"/>
              </a:defRPr>
            </a:lvl2pPr>
            <a:lvl3pPr lvl="2" algn="l">
              <a:lnSpc>
                <a:spcPct val="100000"/>
              </a:lnSpc>
              <a:spcBef>
                <a:spcPts val="0"/>
              </a:spcBef>
              <a:spcAft>
                <a:spcPts val="0"/>
              </a:spcAft>
              <a:buSzPts val="1100"/>
              <a:buFont typeface="Impact"/>
              <a:buNone/>
              <a:defRPr>
                <a:latin typeface="Impact"/>
                <a:ea typeface="Impact"/>
                <a:cs typeface="Impact"/>
                <a:sym typeface="Impact"/>
              </a:defRPr>
            </a:lvl3pPr>
            <a:lvl4pPr lvl="3" algn="l">
              <a:lnSpc>
                <a:spcPct val="100000"/>
              </a:lnSpc>
              <a:spcBef>
                <a:spcPts val="0"/>
              </a:spcBef>
              <a:spcAft>
                <a:spcPts val="0"/>
              </a:spcAft>
              <a:buSzPts val="1100"/>
              <a:buFont typeface="Impact"/>
              <a:buNone/>
              <a:defRPr>
                <a:latin typeface="Impact"/>
                <a:ea typeface="Impact"/>
                <a:cs typeface="Impact"/>
                <a:sym typeface="Impact"/>
              </a:defRPr>
            </a:lvl4pPr>
            <a:lvl5pPr lvl="4" algn="l">
              <a:lnSpc>
                <a:spcPct val="100000"/>
              </a:lnSpc>
              <a:spcBef>
                <a:spcPts val="0"/>
              </a:spcBef>
              <a:spcAft>
                <a:spcPts val="0"/>
              </a:spcAft>
              <a:buSzPts val="1100"/>
              <a:buFont typeface="Impact"/>
              <a:buNone/>
              <a:defRPr>
                <a:latin typeface="Impact"/>
                <a:ea typeface="Impact"/>
                <a:cs typeface="Impact"/>
                <a:sym typeface="Impact"/>
              </a:defRPr>
            </a:lvl5pPr>
            <a:lvl6pPr lvl="5" algn="l">
              <a:lnSpc>
                <a:spcPct val="100000"/>
              </a:lnSpc>
              <a:spcBef>
                <a:spcPts val="0"/>
              </a:spcBef>
              <a:spcAft>
                <a:spcPts val="0"/>
              </a:spcAft>
              <a:buSzPts val="1100"/>
              <a:buFont typeface="Impact"/>
              <a:buNone/>
              <a:defRPr>
                <a:latin typeface="Impact"/>
                <a:ea typeface="Impact"/>
                <a:cs typeface="Impact"/>
                <a:sym typeface="Impact"/>
              </a:defRPr>
            </a:lvl6pPr>
            <a:lvl7pPr lvl="6" algn="l">
              <a:lnSpc>
                <a:spcPct val="100000"/>
              </a:lnSpc>
              <a:spcBef>
                <a:spcPts val="0"/>
              </a:spcBef>
              <a:spcAft>
                <a:spcPts val="0"/>
              </a:spcAft>
              <a:buSzPts val="1100"/>
              <a:buFont typeface="Impact"/>
              <a:buNone/>
              <a:defRPr>
                <a:latin typeface="Impact"/>
                <a:ea typeface="Impact"/>
                <a:cs typeface="Impact"/>
                <a:sym typeface="Impact"/>
              </a:defRPr>
            </a:lvl7pPr>
            <a:lvl8pPr lvl="7" algn="l">
              <a:lnSpc>
                <a:spcPct val="100000"/>
              </a:lnSpc>
              <a:spcBef>
                <a:spcPts val="0"/>
              </a:spcBef>
              <a:spcAft>
                <a:spcPts val="0"/>
              </a:spcAft>
              <a:buSzPts val="1100"/>
              <a:buFont typeface="Impact"/>
              <a:buNone/>
              <a:defRPr>
                <a:latin typeface="Impact"/>
                <a:ea typeface="Impact"/>
                <a:cs typeface="Impact"/>
                <a:sym typeface="Impact"/>
              </a:defRPr>
            </a:lvl8pPr>
            <a:lvl9pPr lvl="8" algn="l">
              <a:lnSpc>
                <a:spcPct val="100000"/>
              </a:lnSpc>
              <a:spcBef>
                <a:spcPts val="0"/>
              </a:spcBef>
              <a:spcAft>
                <a:spcPts val="0"/>
              </a:spcAft>
              <a:buSzPts val="1100"/>
              <a:buFont typeface="Impact"/>
              <a:buNone/>
              <a:defRPr>
                <a:latin typeface="Impact"/>
                <a:ea typeface="Impact"/>
                <a:cs typeface="Impact"/>
                <a:sym typeface="Impact"/>
              </a:defRPr>
            </a:lvl9pPr>
          </a:lstStyle>
          <a:p/>
        </p:txBody>
      </p:sp>
      <p:sp>
        <p:nvSpPr>
          <p:cNvPr id="22" name="Google Shape;22;p3"/>
          <p:cNvSpPr txBox="1"/>
          <p:nvPr>
            <p:ph idx="1" type="body"/>
          </p:nvPr>
        </p:nvSpPr>
        <p:spPr>
          <a:xfrm>
            <a:off x="614025" y="1369625"/>
            <a:ext cx="7929000" cy="3780300"/>
          </a:xfrm>
          <a:prstGeom prst="rect">
            <a:avLst/>
          </a:prstGeom>
          <a:noFill/>
          <a:ln>
            <a:noFill/>
          </a:ln>
          <a:effectLst>
            <a:outerShdw blurRad="50800">
              <a:srgbClr val="000000">
                <a:alpha val="40000"/>
              </a:srgbClr>
            </a:outerShdw>
          </a:effectLst>
        </p:spPr>
        <p:txBody>
          <a:bodyPr anchorCtr="0" anchor="t" bIns="34275" lIns="68575" spcFirstLastPara="1" rIns="68575" wrap="square" tIns="34275">
            <a:normAutofit/>
          </a:bodyPr>
          <a:lstStyle>
            <a:lvl1pPr indent="-361950" lvl="0" marL="457200" algn="l">
              <a:lnSpc>
                <a:spcPct val="100000"/>
              </a:lnSpc>
              <a:spcBef>
                <a:spcPts val="1000"/>
              </a:spcBef>
              <a:spcAft>
                <a:spcPts val="0"/>
              </a:spcAft>
              <a:buSzPts val="2100"/>
              <a:buFont typeface="EB Garamond"/>
              <a:buChar char="●"/>
              <a:defRPr sz="2100">
                <a:latin typeface="EB Garamond"/>
                <a:ea typeface="EB Garamond"/>
                <a:cs typeface="EB Garamond"/>
                <a:sym typeface="EB Garamond"/>
              </a:defRPr>
            </a:lvl1pPr>
            <a:lvl2pPr indent="-342900" lvl="1" marL="914400" algn="l">
              <a:lnSpc>
                <a:spcPct val="100000"/>
              </a:lnSpc>
              <a:spcBef>
                <a:spcPts val="1000"/>
              </a:spcBef>
              <a:spcAft>
                <a:spcPts val="0"/>
              </a:spcAft>
              <a:buSzPts val="1800"/>
              <a:buFont typeface="EB Garamond"/>
              <a:buChar char="○"/>
              <a:defRPr sz="1800">
                <a:latin typeface="EB Garamond"/>
                <a:ea typeface="EB Garamond"/>
                <a:cs typeface="EB Garamond"/>
                <a:sym typeface="EB Garamond"/>
              </a:defRPr>
            </a:lvl2pPr>
            <a:lvl3pPr indent="-323850" lvl="2" marL="1371600" algn="l">
              <a:lnSpc>
                <a:spcPct val="100000"/>
              </a:lnSpc>
              <a:spcBef>
                <a:spcPts val="1000"/>
              </a:spcBef>
              <a:spcAft>
                <a:spcPts val="0"/>
              </a:spcAft>
              <a:buSzPts val="1500"/>
              <a:buFont typeface="EB Garamond"/>
              <a:buChar char="■"/>
              <a:defRPr sz="1500">
                <a:latin typeface="EB Garamond"/>
                <a:ea typeface="EB Garamond"/>
                <a:cs typeface="EB Garamond"/>
                <a:sym typeface="EB Garamond"/>
              </a:defRPr>
            </a:lvl3pPr>
            <a:lvl4pPr indent="-317500" lvl="3" marL="1828800" algn="l">
              <a:lnSpc>
                <a:spcPct val="100000"/>
              </a:lnSpc>
              <a:spcBef>
                <a:spcPts val="1000"/>
              </a:spcBef>
              <a:spcAft>
                <a:spcPts val="0"/>
              </a:spcAft>
              <a:buSzPts val="1400"/>
              <a:buFont typeface="EB Garamond"/>
              <a:buChar char="●"/>
              <a:defRPr sz="1400">
                <a:latin typeface="EB Garamond"/>
                <a:ea typeface="EB Garamond"/>
                <a:cs typeface="EB Garamond"/>
                <a:sym typeface="EB Garamond"/>
              </a:defRPr>
            </a:lvl4pPr>
            <a:lvl5pPr indent="-317500" lvl="4" marL="2286000" algn="l">
              <a:lnSpc>
                <a:spcPct val="100000"/>
              </a:lnSpc>
              <a:spcBef>
                <a:spcPts val="1000"/>
              </a:spcBef>
              <a:spcAft>
                <a:spcPts val="0"/>
              </a:spcAft>
              <a:buSzPts val="1400"/>
              <a:buFont typeface="EB Garamond"/>
              <a:buChar char="○"/>
              <a:defRPr sz="1400">
                <a:latin typeface="EB Garamond"/>
                <a:ea typeface="EB Garamond"/>
                <a:cs typeface="EB Garamond"/>
                <a:sym typeface="EB Garamond"/>
              </a:defRPr>
            </a:lvl5pPr>
            <a:lvl6pPr indent="-317500" lvl="5" marL="2743200" algn="l">
              <a:lnSpc>
                <a:spcPct val="100000"/>
              </a:lnSpc>
              <a:spcBef>
                <a:spcPts val="1000"/>
              </a:spcBef>
              <a:spcAft>
                <a:spcPts val="0"/>
              </a:spcAft>
              <a:buSzPts val="1400"/>
              <a:buFont typeface="EB Garamond"/>
              <a:buChar char="■"/>
              <a:defRPr>
                <a:latin typeface="EB Garamond"/>
                <a:ea typeface="EB Garamond"/>
                <a:cs typeface="EB Garamond"/>
                <a:sym typeface="EB Garamond"/>
              </a:defRPr>
            </a:lvl6pPr>
            <a:lvl7pPr indent="-317500" lvl="6" marL="3200400" algn="l">
              <a:lnSpc>
                <a:spcPct val="100000"/>
              </a:lnSpc>
              <a:spcBef>
                <a:spcPts val="1000"/>
              </a:spcBef>
              <a:spcAft>
                <a:spcPts val="0"/>
              </a:spcAft>
              <a:buSzPts val="1400"/>
              <a:buFont typeface="EB Garamond"/>
              <a:buChar char="●"/>
              <a:defRPr>
                <a:latin typeface="EB Garamond"/>
                <a:ea typeface="EB Garamond"/>
                <a:cs typeface="EB Garamond"/>
                <a:sym typeface="EB Garamond"/>
              </a:defRPr>
            </a:lvl7pPr>
            <a:lvl8pPr indent="-317500" lvl="7" marL="3657600" algn="l">
              <a:lnSpc>
                <a:spcPct val="100000"/>
              </a:lnSpc>
              <a:spcBef>
                <a:spcPts val="1000"/>
              </a:spcBef>
              <a:spcAft>
                <a:spcPts val="0"/>
              </a:spcAft>
              <a:buSzPts val="1400"/>
              <a:buFont typeface="EB Garamond"/>
              <a:buChar char="○"/>
              <a:defRPr>
                <a:latin typeface="EB Garamond"/>
                <a:ea typeface="EB Garamond"/>
                <a:cs typeface="EB Garamond"/>
                <a:sym typeface="EB Garamond"/>
              </a:defRPr>
            </a:lvl8pPr>
            <a:lvl9pPr indent="-317500" lvl="8" marL="4114800" algn="l">
              <a:lnSpc>
                <a:spcPct val="100000"/>
              </a:lnSpc>
              <a:spcBef>
                <a:spcPts val="1000"/>
              </a:spcBef>
              <a:spcAft>
                <a:spcPts val="0"/>
              </a:spcAft>
              <a:buSzPts val="1400"/>
              <a:buFont typeface="EB Garamond"/>
              <a:buChar char="■"/>
              <a:defRPr>
                <a:latin typeface="EB Garamond"/>
                <a:ea typeface="EB Garamond"/>
                <a:cs typeface="EB Garamond"/>
                <a:sym typeface="EB Garamond"/>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a numerada">
  <p:cSld name="OBJECT_1">
    <p:spTree>
      <p:nvGrpSpPr>
        <p:cNvPr id="23" name="Shape 23"/>
        <p:cNvGrpSpPr/>
        <p:nvPr/>
      </p:nvGrpSpPr>
      <p:grpSpPr>
        <a:xfrm>
          <a:off x="0" y="0"/>
          <a:ext cx="0" cy="0"/>
          <a:chOff x="0" y="0"/>
          <a:chExt cx="0" cy="0"/>
        </a:xfrm>
      </p:grpSpPr>
      <p:pic>
        <p:nvPicPr>
          <p:cNvPr id="24" name="Google Shape;24;p4"/>
          <p:cNvPicPr preferRelativeResize="0"/>
          <p:nvPr/>
        </p:nvPicPr>
        <p:blipFill rotWithShape="1">
          <a:blip r:embed="rId2">
            <a:alphaModFix/>
          </a:blip>
          <a:srcRect b="0" l="0" r="0" t="0"/>
          <a:stretch/>
        </p:blipFill>
        <p:spPr>
          <a:xfrm>
            <a:off x="0" y="0"/>
            <a:ext cx="9144000" cy="1282294"/>
          </a:xfrm>
          <a:prstGeom prst="rect">
            <a:avLst/>
          </a:prstGeom>
          <a:noFill/>
          <a:ln>
            <a:noFill/>
          </a:ln>
        </p:spPr>
      </p:pic>
      <p:sp>
        <p:nvSpPr>
          <p:cNvPr id="25" name="Google Shape;25;p4"/>
          <p:cNvSpPr txBox="1"/>
          <p:nvPr>
            <p:ph type="title"/>
          </p:nvPr>
        </p:nvSpPr>
        <p:spPr>
          <a:xfrm>
            <a:off x="607500" y="167975"/>
            <a:ext cx="7929000" cy="727800"/>
          </a:xfrm>
          <a:prstGeom prst="rect">
            <a:avLst/>
          </a:prstGeom>
          <a:noFill/>
          <a:ln>
            <a:noFill/>
          </a:ln>
          <a:effectLst>
            <a:outerShdw blurRad="50800">
              <a:srgbClr val="000000">
                <a:alpha val="60000"/>
              </a:srgbClr>
            </a:outerShdw>
          </a:effectLst>
        </p:spPr>
        <p:txBody>
          <a:bodyPr anchorCtr="0" anchor="ctr" bIns="34275" lIns="68575" spcFirstLastPara="1" rIns="68575" wrap="square" tIns="34275">
            <a:noAutofit/>
          </a:bodyPr>
          <a:lstStyle>
            <a:lvl1pPr lvl="0" algn="l">
              <a:lnSpc>
                <a:spcPct val="100000"/>
              </a:lnSpc>
              <a:spcBef>
                <a:spcPts val="0"/>
              </a:spcBef>
              <a:spcAft>
                <a:spcPts val="0"/>
              </a:spcAft>
              <a:buClr>
                <a:srgbClr val="FEFEFE"/>
              </a:buClr>
              <a:buSzPts val="2900"/>
              <a:buFont typeface="Impact"/>
              <a:buNone/>
              <a:defRPr b="0" sz="2900">
                <a:latin typeface="Impact"/>
                <a:ea typeface="Impact"/>
                <a:cs typeface="Impact"/>
                <a:sym typeface="Impact"/>
              </a:defRPr>
            </a:lvl1pPr>
            <a:lvl2pPr lvl="1" algn="l">
              <a:lnSpc>
                <a:spcPct val="100000"/>
              </a:lnSpc>
              <a:spcBef>
                <a:spcPts val="0"/>
              </a:spcBef>
              <a:spcAft>
                <a:spcPts val="0"/>
              </a:spcAft>
              <a:buSzPts val="1100"/>
              <a:buFont typeface="Impact"/>
              <a:buNone/>
              <a:defRPr>
                <a:latin typeface="Impact"/>
                <a:ea typeface="Impact"/>
                <a:cs typeface="Impact"/>
                <a:sym typeface="Impact"/>
              </a:defRPr>
            </a:lvl2pPr>
            <a:lvl3pPr lvl="2" algn="l">
              <a:lnSpc>
                <a:spcPct val="100000"/>
              </a:lnSpc>
              <a:spcBef>
                <a:spcPts val="0"/>
              </a:spcBef>
              <a:spcAft>
                <a:spcPts val="0"/>
              </a:spcAft>
              <a:buSzPts val="1100"/>
              <a:buFont typeface="Impact"/>
              <a:buNone/>
              <a:defRPr>
                <a:latin typeface="Impact"/>
                <a:ea typeface="Impact"/>
                <a:cs typeface="Impact"/>
                <a:sym typeface="Impact"/>
              </a:defRPr>
            </a:lvl3pPr>
            <a:lvl4pPr lvl="3" algn="l">
              <a:lnSpc>
                <a:spcPct val="100000"/>
              </a:lnSpc>
              <a:spcBef>
                <a:spcPts val="0"/>
              </a:spcBef>
              <a:spcAft>
                <a:spcPts val="0"/>
              </a:spcAft>
              <a:buSzPts val="1100"/>
              <a:buFont typeface="Impact"/>
              <a:buNone/>
              <a:defRPr>
                <a:latin typeface="Impact"/>
                <a:ea typeface="Impact"/>
                <a:cs typeface="Impact"/>
                <a:sym typeface="Impact"/>
              </a:defRPr>
            </a:lvl4pPr>
            <a:lvl5pPr lvl="4" algn="l">
              <a:lnSpc>
                <a:spcPct val="100000"/>
              </a:lnSpc>
              <a:spcBef>
                <a:spcPts val="0"/>
              </a:spcBef>
              <a:spcAft>
                <a:spcPts val="0"/>
              </a:spcAft>
              <a:buSzPts val="1100"/>
              <a:buFont typeface="Impact"/>
              <a:buNone/>
              <a:defRPr>
                <a:latin typeface="Impact"/>
                <a:ea typeface="Impact"/>
                <a:cs typeface="Impact"/>
                <a:sym typeface="Impact"/>
              </a:defRPr>
            </a:lvl5pPr>
            <a:lvl6pPr lvl="5" algn="l">
              <a:lnSpc>
                <a:spcPct val="100000"/>
              </a:lnSpc>
              <a:spcBef>
                <a:spcPts val="0"/>
              </a:spcBef>
              <a:spcAft>
                <a:spcPts val="0"/>
              </a:spcAft>
              <a:buSzPts val="1100"/>
              <a:buFont typeface="Impact"/>
              <a:buNone/>
              <a:defRPr>
                <a:latin typeface="Impact"/>
                <a:ea typeface="Impact"/>
                <a:cs typeface="Impact"/>
                <a:sym typeface="Impact"/>
              </a:defRPr>
            </a:lvl6pPr>
            <a:lvl7pPr lvl="6" algn="l">
              <a:lnSpc>
                <a:spcPct val="100000"/>
              </a:lnSpc>
              <a:spcBef>
                <a:spcPts val="0"/>
              </a:spcBef>
              <a:spcAft>
                <a:spcPts val="0"/>
              </a:spcAft>
              <a:buSzPts val="1100"/>
              <a:buFont typeface="Impact"/>
              <a:buNone/>
              <a:defRPr>
                <a:latin typeface="Impact"/>
                <a:ea typeface="Impact"/>
                <a:cs typeface="Impact"/>
                <a:sym typeface="Impact"/>
              </a:defRPr>
            </a:lvl7pPr>
            <a:lvl8pPr lvl="7" algn="l">
              <a:lnSpc>
                <a:spcPct val="100000"/>
              </a:lnSpc>
              <a:spcBef>
                <a:spcPts val="0"/>
              </a:spcBef>
              <a:spcAft>
                <a:spcPts val="0"/>
              </a:spcAft>
              <a:buSzPts val="1100"/>
              <a:buFont typeface="Impact"/>
              <a:buNone/>
              <a:defRPr>
                <a:latin typeface="Impact"/>
                <a:ea typeface="Impact"/>
                <a:cs typeface="Impact"/>
                <a:sym typeface="Impact"/>
              </a:defRPr>
            </a:lvl8pPr>
            <a:lvl9pPr lvl="8" algn="l">
              <a:lnSpc>
                <a:spcPct val="100000"/>
              </a:lnSpc>
              <a:spcBef>
                <a:spcPts val="0"/>
              </a:spcBef>
              <a:spcAft>
                <a:spcPts val="0"/>
              </a:spcAft>
              <a:buSzPts val="1100"/>
              <a:buFont typeface="Impact"/>
              <a:buNone/>
              <a:defRPr>
                <a:latin typeface="Impact"/>
                <a:ea typeface="Impact"/>
                <a:cs typeface="Impact"/>
                <a:sym typeface="Impact"/>
              </a:defRPr>
            </a:lvl9pPr>
          </a:lstStyle>
          <a:p/>
        </p:txBody>
      </p:sp>
      <p:sp>
        <p:nvSpPr>
          <p:cNvPr id="26" name="Google Shape;26;p4"/>
          <p:cNvSpPr/>
          <p:nvPr/>
        </p:nvSpPr>
        <p:spPr>
          <a:xfrm>
            <a:off x="607500" y="1555104"/>
            <a:ext cx="421500" cy="412200"/>
          </a:xfrm>
          <a:prstGeom prst="ellipse">
            <a:avLst/>
          </a:prstGeom>
          <a:solidFill>
            <a:schemeClr val="accent1"/>
          </a:solidFill>
          <a:ln cap="flat" cmpd="sng" w="9525">
            <a:solidFill>
              <a:srgbClr val="FEFEF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900">
                <a:solidFill>
                  <a:schemeClr val="lt1"/>
                </a:solidFill>
                <a:latin typeface="Impact"/>
                <a:ea typeface="Impact"/>
                <a:cs typeface="Impact"/>
                <a:sym typeface="Impact"/>
              </a:rPr>
              <a:t>1</a:t>
            </a:r>
            <a:endParaRPr sz="1900">
              <a:solidFill>
                <a:schemeClr val="lt1"/>
              </a:solidFill>
              <a:latin typeface="Impact"/>
              <a:ea typeface="Impact"/>
              <a:cs typeface="Impact"/>
              <a:sym typeface="Impact"/>
            </a:endParaRPr>
          </a:p>
        </p:txBody>
      </p:sp>
      <p:sp>
        <p:nvSpPr>
          <p:cNvPr id="27" name="Google Shape;27;p4"/>
          <p:cNvSpPr/>
          <p:nvPr/>
        </p:nvSpPr>
        <p:spPr>
          <a:xfrm>
            <a:off x="607500" y="2258791"/>
            <a:ext cx="421500" cy="412200"/>
          </a:xfrm>
          <a:prstGeom prst="ellipse">
            <a:avLst/>
          </a:prstGeom>
          <a:solidFill>
            <a:schemeClr val="accent1"/>
          </a:solidFill>
          <a:ln cap="flat" cmpd="sng" w="9525">
            <a:solidFill>
              <a:srgbClr val="FEFEF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900">
                <a:solidFill>
                  <a:schemeClr val="lt1"/>
                </a:solidFill>
                <a:latin typeface="Impact"/>
                <a:ea typeface="Impact"/>
                <a:cs typeface="Impact"/>
                <a:sym typeface="Impact"/>
              </a:rPr>
              <a:t>2</a:t>
            </a:r>
            <a:endParaRPr sz="1900">
              <a:solidFill>
                <a:schemeClr val="lt1"/>
              </a:solidFill>
              <a:latin typeface="Impact"/>
              <a:ea typeface="Impact"/>
              <a:cs typeface="Impact"/>
              <a:sym typeface="Impact"/>
            </a:endParaRPr>
          </a:p>
        </p:txBody>
      </p:sp>
      <p:sp>
        <p:nvSpPr>
          <p:cNvPr id="28" name="Google Shape;28;p4"/>
          <p:cNvSpPr/>
          <p:nvPr/>
        </p:nvSpPr>
        <p:spPr>
          <a:xfrm>
            <a:off x="607500" y="2962479"/>
            <a:ext cx="421500" cy="412200"/>
          </a:xfrm>
          <a:prstGeom prst="ellipse">
            <a:avLst/>
          </a:prstGeom>
          <a:solidFill>
            <a:schemeClr val="accent1"/>
          </a:solidFill>
          <a:ln cap="flat" cmpd="sng" w="9525">
            <a:solidFill>
              <a:srgbClr val="FEFEF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900">
                <a:solidFill>
                  <a:schemeClr val="lt1"/>
                </a:solidFill>
                <a:latin typeface="Impact"/>
                <a:ea typeface="Impact"/>
                <a:cs typeface="Impact"/>
                <a:sym typeface="Impact"/>
              </a:rPr>
              <a:t>3</a:t>
            </a:r>
            <a:endParaRPr sz="1900">
              <a:solidFill>
                <a:schemeClr val="lt1"/>
              </a:solidFill>
              <a:latin typeface="Impact"/>
              <a:ea typeface="Impact"/>
              <a:cs typeface="Impact"/>
              <a:sym typeface="Impact"/>
            </a:endParaRPr>
          </a:p>
        </p:txBody>
      </p:sp>
      <p:sp>
        <p:nvSpPr>
          <p:cNvPr id="29" name="Google Shape;29;p4"/>
          <p:cNvSpPr/>
          <p:nvPr/>
        </p:nvSpPr>
        <p:spPr>
          <a:xfrm>
            <a:off x="607500" y="3666166"/>
            <a:ext cx="421500" cy="412200"/>
          </a:xfrm>
          <a:prstGeom prst="ellipse">
            <a:avLst/>
          </a:prstGeom>
          <a:solidFill>
            <a:schemeClr val="accent1"/>
          </a:solidFill>
          <a:ln cap="flat" cmpd="sng" w="9525">
            <a:solidFill>
              <a:srgbClr val="FEFEF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900">
                <a:solidFill>
                  <a:schemeClr val="lt1"/>
                </a:solidFill>
                <a:latin typeface="Impact"/>
                <a:ea typeface="Impact"/>
                <a:cs typeface="Impact"/>
                <a:sym typeface="Impact"/>
              </a:rPr>
              <a:t>4</a:t>
            </a:r>
            <a:endParaRPr sz="1900">
              <a:solidFill>
                <a:schemeClr val="lt1"/>
              </a:solidFill>
              <a:latin typeface="Impact"/>
              <a:ea typeface="Impact"/>
              <a:cs typeface="Impact"/>
              <a:sym typeface="Impact"/>
            </a:endParaRPr>
          </a:p>
        </p:txBody>
      </p:sp>
      <p:sp>
        <p:nvSpPr>
          <p:cNvPr id="30" name="Google Shape;30;p4"/>
          <p:cNvSpPr/>
          <p:nvPr/>
        </p:nvSpPr>
        <p:spPr>
          <a:xfrm>
            <a:off x="607500" y="4369854"/>
            <a:ext cx="421500" cy="412200"/>
          </a:xfrm>
          <a:prstGeom prst="ellipse">
            <a:avLst/>
          </a:prstGeom>
          <a:solidFill>
            <a:schemeClr val="accent1"/>
          </a:solidFill>
          <a:ln cap="flat" cmpd="sng" w="9525">
            <a:solidFill>
              <a:srgbClr val="FEFEF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900">
                <a:solidFill>
                  <a:schemeClr val="lt1"/>
                </a:solidFill>
                <a:latin typeface="Impact"/>
                <a:ea typeface="Impact"/>
                <a:cs typeface="Impact"/>
                <a:sym typeface="Impact"/>
              </a:rPr>
              <a:t>5</a:t>
            </a:r>
            <a:endParaRPr sz="1900">
              <a:solidFill>
                <a:schemeClr val="lt1"/>
              </a:solidFill>
              <a:latin typeface="Impact"/>
              <a:ea typeface="Impact"/>
              <a:cs typeface="Impact"/>
              <a:sym typeface="Impact"/>
            </a:endParaRPr>
          </a:p>
        </p:txBody>
      </p:sp>
      <p:sp>
        <p:nvSpPr>
          <p:cNvPr id="31" name="Google Shape;31;p4"/>
          <p:cNvSpPr txBox="1"/>
          <p:nvPr/>
        </p:nvSpPr>
        <p:spPr>
          <a:xfrm>
            <a:off x="1275175" y="1555099"/>
            <a:ext cx="1912800" cy="412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lt1"/>
                </a:solidFill>
                <a:latin typeface="Georgia"/>
                <a:ea typeface="Georgia"/>
                <a:cs typeface="Georgia"/>
                <a:sym typeface="Georgia"/>
              </a:rPr>
              <a:t>Digite algo</a:t>
            </a:r>
            <a:endParaRPr sz="2000">
              <a:solidFill>
                <a:schemeClr val="lt1"/>
              </a:solidFill>
              <a:latin typeface="Georgia"/>
              <a:ea typeface="Georgia"/>
              <a:cs typeface="Georgia"/>
              <a:sym typeface="Georgia"/>
            </a:endParaRPr>
          </a:p>
        </p:txBody>
      </p:sp>
      <p:sp>
        <p:nvSpPr>
          <p:cNvPr id="32" name="Google Shape;32;p4"/>
          <p:cNvSpPr txBox="1"/>
          <p:nvPr/>
        </p:nvSpPr>
        <p:spPr>
          <a:xfrm>
            <a:off x="1275175" y="2258799"/>
            <a:ext cx="1912800" cy="412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lt1"/>
                </a:solidFill>
                <a:latin typeface="Georgia"/>
                <a:ea typeface="Georgia"/>
                <a:cs typeface="Georgia"/>
                <a:sym typeface="Georgia"/>
              </a:rPr>
              <a:t>Digite algo</a:t>
            </a:r>
            <a:endParaRPr sz="2000">
              <a:solidFill>
                <a:schemeClr val="lt1"/>
              </a:solidFill>
              <a:latin typeface="Georgia"/>
              <a:ea typeface="Georgia"/>
              <a:cs typeface="Georgia"/>
              <a:sym typeface="Georgia"/>
            </a:endParaRPr>
          </a:p>
        </p:txBody>
      </p:sp>
      <p:sp>
        <p:nvSpPr>
          <p:cNvPr id="33" name="Google Shape;33;p4"/>
          <p:cNvSpPr txBox="1"/>
          <p:nvPr/>
        </p:nvSpPr>
        <p:spPr>
          <a:xfrm>
            <a:off x="1275175" y="2962499"/>
            <a:ext cx="1912800" cy="412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lt1"/>
                </a:solidFill>
                <a:latin typeface="Georgia"/>
                <a:ea typeface="Georgia"/>
                <a:cs typeface="Georgia"/>
                <a:sym typeface="Georgia"/>
              </a:rPr>
              <a:t>Digite algo</a:t>
            </a:r>
            <a:endParaRPr sz="2000">
              <a:solidFill>
                <a:schemeClr val="lt1"/>
              </a:solidFill>
              <a:latin typeface="Georgia"/>
              <a:ea typeface="Georgia"/>
              <a:cs typeface="Georgia"/>
              <a:sym typeface="Georgia"/>
            </a:endParaRPr>
          </a:p>
        </p:txBody>
      </p:sp>
      <p:sp>
        <p:nvSpPr>
          <p:cNvPr id="34" name="Google Shape;34;p4"/>
          <p:cNvSpPr txBox="1"/>
          <p:nvPr/>
        </p:nvSpPr>
        <p:spPr>
          <a:xfrm>
            <a:off x="1275175" y="3666199"/>
            <a:ext cx="1912800" cy="412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lt1"/>
                </a:solidFill>
                <a:latin typeface="Georgia"/>
                <a:ea typeface="Georgia"/>
                <a:cs typeface="Georgia"/>
                <a:sym typeface="Georgia"/>
              </a:rPr>
              <a:t>Digite algo</a:t>
            </a:r>
            <a:endParaRPr sz="2000">
              <a:solidFill>
                <a:schemeClr val="lt1"/>
              </a:solidFill>
              <a:latin typeface="Georgia"/>
              <a:ea typeface="Georgia"/>
              <a:cs typeface="Georgia"/>
              <a:sym typeface="Georgia"/>
            </a:endParaRPr>
          </a:p>
        </p:txBody>
      </p:sp>
      <p:sp>
        <p:nvSpPr>
          <p:cNvPr id="35" name="Google Shape;35;p4"/>
          <p:cNvSpPr txBox="1"/>
          <p:nvPr/>
        </p:nvSpPr>
        <p:spPr>
          <a:xfrm>
            <a:off x="1275175" y="4369899"/>
            <a:ext cx="1912800" cy="412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lt1"/>
                </a:solidFill>
                <a:latin typeface="Georgia"/>
                <a:ea typeface="Georgia"/>
                <a:cs typeface="Georgia"/>
                <a:sym typeface="Georgia"/>
              </a:rPr>
              <a:t>Digite algo</a:t>
            </a:r>
            <a:endParaRPr sz="2000">
              <a:solidFill>
                <a:schemeClr val="lt1"/>
              </a:solidFill>
              <a:latin typeface="Georgia"/>
              <a:ea typeface="Georgia"/>
              <a:cs typeface="Georgia"/>
              <a:sym typeface="Georgia"/>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beçalho da Seção" type="secHead">
  <p:cSld name="SECTION_HEADER">
    <p:spTree>
      <p:nvGrpSpPr>
        <p:cNvPr id="36" name="Shape 36"/>
        <p:cNvGrpSpPr/>
        <p:nvPr/>
      </p:nvGrpSpPr>
      <p:grpSpPr>
        <a:xfrm>
          <a:off x="0" y="0"/>
          <a:ext cx="0" cy="0"/>
          <a:chOff x="0" y="0"/>
          <a:chExt cx="0" cy="0"/>
        </a:xfrm>
      </p:grpSpPr>
      <p:sp>
        <p:nvSpPr>
          <p:cNvPr id="37" name="Google Shape;37;p5"/>
          <p:cNvSpPr/>
          <p:nvPr/>
        </p:nvSpPr>
        <p:spPr>
          <a:xfrm>
            <a:off x="0" y="1"/>
            <a:ext cx="9144000" cy="3902869"/>
          </a:xfrm>
          <a:custGeom>
            <a:rect b="b" l="l" r="r" t="t"/>
            <a:pathLst>
              <a:path extrusionOk="0" h="3278" w="5760">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blipFill rotWithShape="1">
            <a:blip r:embed="rId2">
              <a:alphaModFix/>
            </a:blip>
            <a:tile algn="tl" flip="none" tx="0" sx="99996" ty="0" sy="99996"/>
          </a:blipFill>
          <a:ln cap="rnd" cmpd="sng" w="9525">
            <a:solidFill>
              <a:schemeClr val="accent1"/>
            </a:solidFill>
            <a:prstDash val="solid"/>
            <a:round/>
            <a:headEnd len="sm" w="sm" type="none"/>
            <a:tailEnd len="sm" w="sm" type="none"/>
          </a:ln>
        </p:spPr>
      </p:sp>
      <p:sp>
        <p:nvSpPr>
          <p:cNvPr id="38" name="Google Shape;38;p5"/>
          <p:cNvSpPr txBox="1"/>
          <p:nvPr>
            <p:ph type="title"/>
          </p:nvPr>
        </p:nvSpPr>
        <p:spPr>
          <a:xfrm>
            <a:off x="607500" y="2213547"/>
            <a:ext cx="7921200" cy="1101600"/>
          </a:xfrm>
          <a:prstGeom prst="rect">
            <a:avLst/>
          </a:prstGeom>
          <a:noFill/>
          <a:ln>
            <a:noFill/>
          </a:ln>
          <a:effectLst>
            <a:outerShdw blurRad="50800">
              <a:srgbClr val="000000">
                <a:alpha val="60000"/>
              </a:srgbClr>
            </a:outerShdw>
          </a:effectLst>
        </p:spPr>
        <p:txBody>
          <a:bodyPr anchorCtr="0" anchor="b" bIns="34275" lIns="68575" spcFirstLastPara="1" rIns="68575" wrap="square" tIns="34275">
            <a:noAutofit/>
          </a:bodyPr>
          <a:lstStyle>
            <a:lvl1pPr lvl="0" algn="r">
              <a:lnSpc>
                <a:spcPct val="100000"/>
              </a:lnSpc>
              <a:spcBef>
                <a:spcPts val="0"/>
              </a:spcBef>
              <a:spcAft>
                <a:spcPts val="0"/>
              </a:spcAft>
              <a:buClr>
                <a:srgbClr val="FEFEFE"/>
              </a:buClr>
              <a:buSzPts val="3600"/>
              <a:buFont typeface="Roboto"/>
              <a:buNone/>
              <a:defRPr b="0" sz="3600" cap="none">
                <a:latin typeface="Roboto"/>
                <a:ea typeface="Roboto"/>
                <a:cs typeface="Roboto"/>
                <a:sym typeface="Roboto"/>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9" name="Google Shape;39;p5"/>
          <p:cNvSpPr txBox="1"/>
          <p:nvPr>
            <p:ph idx="1" type="body"/>
          </p:nvPr>
        </p:nvSpPr>
        <p:spPr>
          <a:xfrm>
            <a:off x="607500" y="3960901"/>
            <a:ext cx="7921200" cy="325500"/>
          </a:xfrm>
          <a:prstGeom prst="rect">
            <a:avLst/>
          </a:prstGeom>
          <a:noFill/>
          <a:ln>
            <a:noFill/>
          </a:ln>
          <a:effectLst>
            <a:outerShdw blurRad="50800">
              <a:srgbClr val="000000">
                <a:alpha val="40000"/>
              </a:srgbClr>
            </a:outerShdw>
          </a:effectLst>
        </p:spPr>
        <p:txBody>
          <a:bodyPr anchorCtr="0" anchor="t" bIns="34275" lIns="68575" spcFirstLastPara="1" rIns="68575" wrap="square" tIns="34275">
            <a:noAutofit/>
          </a:bodyPr>
          <a:lstStyle>
            <a:lvl1pPr indent="-228600" lvl="0" marL="457200" algn="r">
              <a:lnSpc>
                <a:spcPct val="100000"/>
              </a:lnSpc>
              <a:spcBef>
                <a:spcPts val="300"/>
              </a:spcBef>
              <a:spcAft>
                <a:spcPts val="0"/>
              </a:spcAft>
              <a:buSzPts val="1400"/>
              <a:buFont typeface="Roboto"/>
              <a:buNone/>
              <a:defRPr sz="1400">
                <a:solidFill>
                  <a:schemeClr val="lt1"/>
                </a:solidFill>
                <a:latin typeface="Roboto"/>
                <a:ea typeface="Roboto"/>
                <a:cs typeface="Roboto"/>
                <a:sym typeface="Roboto"/>
              </a:defRPr>
            </a:lvl1pPr>
            <a:lvl2pPr indent="-228600" lvl="1" marL="914400" algn="l">
              <a:lnSpc>
                <a:spcPct val="100000"/>
              </a:lnSpc>
              <a:spcBef>
                <a:spcPts val="500"/>
              </a:spcBef>
              <a:spcAft>
                <a:spcPts val="0"/>
              </a:spcAft>
              <a:buSzPts val="1400"/>
              <a:buFont typeface="Roboto"/>
              <a:buNone/>
              <a:defRPr sz="1400">
                <a:solidFill>
                  <a:schemeClr val="lt1"/>
                </a:solidFill>
                <a:latin typeface="Roboto"/>
                <a:ea typeface="Roboto"/>
                <a:cs typeface="Roboto"/>
                <a:sym typeface="Roboto"/>
              </a:defRPr>
            </a:lvl2pPr>
            <a:lvl3pPr indent="-228600" lvl="2" marL="1371600" algn="l">
              <a:lnSpc>
                <a:spcPct val="100000"/>
              </a:lnSpc>
              <a:spcBef>
                <a:spcPts val="500"/>
              </a:spcBef>
              <a:spcAft>
                <a:spcPts val="0"/>
              </a:spcAft>
              <a:buSzPts val="1200"/>
              <a:buFont typeface="Roboto"/>
              <a:buNone/>
              <a:defRPr sz="1200">
                <a:solidFill>
                  <a:schemeClr val="lt1"/>
                </a:solidFill>
                <a:latin typeface="Roboto"/>
                <a:ea typeface="Roboto"/>
                <a:cs typeface="Roboto"/>
                <a:sym typeface="Roboto"/>
              </a:defRPr>
            </a:lvl3pPr>
            <a:lvl4pPr indent="-228600" lvl="3" marL="1828800" algn="l">
              <a:lnSpc>
                <a:spcPct val="100000"/>
              </a:lnSpc>
              <a:spcBef>
                <a:spcPts val="500"/>
              </a:spcBef>
              <a:spcAft>
                <a:spcPts val="0"/>
              </a:spcAft>
              <a:buSzPts val="1100"/>
              <a:buFont typeface="Roboto"/>
              <a:buNone/>
              <a:defRPr sz="1100">
                <a:solidFill>
                  <a:schemeClr val="lt1"/>
                </a:solidFill>
                <a:latin typeface="Roboto"/>
                <a:ea typeface="Roboto"/>
                <a:cs typeface="Roboto"/>
                <a:sym typeface="Roboto"/>
              </a:defRPr>
            </a:lvl4pPr>
            <a:lvl5pPr indent="-228600" lvl="4" marL="2286000" algn="l">
              <a:lnSpc>
                <a:spcPct val="100000"/>
              </a:lnSpc>
              <a:spcBef>
                <a:spcPts val="500"/>
              </a:spcBef>
              <a:spcAft>
                <a:spcPts val="0"/>
              </a:spcAft>
              <a:buSzPts val="1100"/>
              <a:buFont typeface="Roboto"/>
              <a:buNone/>
              <a:defRPr sz="1100">
                <a:solidFill>
                  <a:schemeClr val="lt1"/>
                </a:solidFill>
                <a:latin typeface="Roboto"/>
                <a:ea typeface="Roboto"/>
                <a:cs typeface="Roboto"/>
                <a:sym typeface="Roboto"/>
              </a:defRPr>
            </a:lvl5pPr>
            <a:lvl6pPr indent="-228600" lvl="5" marL="2743200" algn="l">
              <a:lnSpc>
                <a:spcPct val="100000"/>
              </a:lnSpc>
              <a:spcBef>
                <a:spcPts val="500"/>
              </a:spcBef>
              <a:spcAft>
                <a:spcPts val="0"/>
              </a:spcAft>
              <a:buSzPts val="1100"/>
              <a:buFont typeface="Roboto"/>
              <a:buNone/>
              <a:defRPr sz="1100">
                <a:solidFill>
                  <a:schemeClr val="lt1"/>
                </a:solidFill>
                <a:latin typeface="Roboto"/>
                <a:ea typeface="Roboto"/>
                <a:cs typeface="Roboto"/>
                <a:sym typeface="Roboto"/>
              </a:defRPr>
            </a:lvl6pPr>
            <a:lvl7pPr indent="-228600" lvl="6" marL="3200400" algn="l">
              <a:lnSpc>
                <a:spcPct val="100000"/>
              </a:lnSpc>
              <a:spcBef>
                <a:spcPts val="500"/>
              </a:spcBef>
              <a:spcAft>
                <a:spcPts val="0"/>
              </a:spcAft>
              <a:buSzPts val="1100"/>
              <a:buFont typeface="Roboto"/>
              <a:buNone/>
              <a:defRPr sz="1100">
                <a:solidFill>
                  <a:schemeClr val="lt1"/>
                </a:solidFill>
                <a:latin typeface="Roboto"/>
                <a:ea typeface="Roboto"/>
                <a:cs typeface="Roboto"/>
                <a:sym typeface="Roboto"/>
              </a:defRPr>
            </a:lvl7pPr>
            <a:lvl8pPr indent="-228600" lvl="7" marL="3657600" algn="l">
              <a:lnSpc>
                <a:spcPct val="100000"/>
              </a:lnSpc>
              <a:spcBef>
                <a:spcPts val="500"/>
              </a:spcBef>
              <a:spcAft>
                <a:spcPts val="0"/>
              </a:spcAft>
              <a:buSzPts val="1100"/>
              <a:buFont typeface="Roboto"/>
              <a:buNone/>
              <a:defRPr sz="1100">
                <a:solidFill>
                  <a:schemeClr val="lt1"/>
                </a:solidFill>
                <a:latin typeface="Roboto"/>
                <a:ea typeface="Roboto"/>
                <a:cs typeface="Roboto"/>
                <a:sym typeface="Roboto"/>
              </a:defRPr>
            </a:lvl8pPr>
            <a:lvl9pPr indent="-228600" lvl="8" marL="4114800" algn="l">
              <a:lnSpc>
                <a:spcPct val="100000"/>
              </a:lnSpc>
              <a:spcBef>
                <a:spcPts val="500"/>
              </a:spcBef>
              <a:spcAft>
                <a:spcPts val="500"/>
              </a:spcAft>
              <a:buSzPts val="1100"/>
              <a:buFont typeface="Roboto"/>
              <a:buNone/>
              <a:defRPr sz="1100">
                <a:solidFill>
                  <a:schemeClr val="lt1"/>
                </a:solidFill>
                <a:latin typeface="Roboto"/>
                <a:ea typeface="Roboto"/>
                <a:cs typeface="Roboto"/>
                <a:sym typeface="Roboto"/>
              </a:defRPr>
            </a:lvl9pPr>
          </a:lstStyle>
          <a:p/>
        </p:txBody>
      </p:sp>
      <p:sp>
        <p:nvSpPr>
          <p:cNvPr id="40" name="Google Shape;40;p5"/>
          <p:cNvSpPr txBox="1"/>
          <p:nvPr>
            <p:ph idx="10" type="dt"/>
          </p:nvPr>
        </p:nvSpPr>
        <p:spPr>
          <a:xfrm>
            <a:off x="7000970" y="4531022"/>
            <a:ext cx="1007700" cy="273900"/>
          </a:xfrm>
          <a:prstGeom prst="rect">
            <a:avLst/>
          </a:prstGeom>
          <a:noFill/>
          <a:ln>
            <a:noFill/>
          </a:ln>
        </p:spPr>
        <p:txBody>
          <a:bodyPr anchorCtr="0" anchor="b" bIns="34275" lIns="68575" spcFirstLastPara="1" rIns="68575" wrap="square" tIns="34275">
            <a:noAutofit/>
          </a:bodyPr>
          <a:lstStyle>
            <a:lvl1pPr lvl="0" algn="r">
              <a:lnSpc>
                <a:spcPct val="100000"/>
              </a:lnSpc>
              <a:spcBef>
                <a:spcPts val="0"/>
              </a:spcBef>
              <a:spcAft>
                <a:spcPts val="0"/>
              </a:spcAft>
              <a:buSzPts val="1100"/>
              <a:buNone/>
              <a:defRPr>
                <a:latin typeface="Open Sans"/>
                <a:ea typeface="Open Sans"/>
                <a:cs typeface="Open Sans"/>
                <a:sym typeface="Open Sans"/>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1" name="Google Shape;41;p5"/>
          <p:cNvSpPr txBox="1"/>
          <p:nvPr>
            <p:ph idx="11" type="ftr"/>
          </p:nvPr>
        </p:nvSpPr>
        <p:spPr>
          <a:xfrm>
            <a:off x="338635" y="4531022"/>
            <a:ext cx="6483300" cy="273900"/>
          </a:xfrm>
          <a:prstGeom prst="rect">
            <a:avLst/>
          </a:prstGeom>
          <a:noFill/>
          <a:ln>
            <a:noFill/>
          </a:ln>
        </p:spPr>
        <p:txBody>
          <a:bodyPr anchorCtr="0" anchor="b" bIns="34275" lIns="68575" spcFirstLastPara="1" rIns="68575" wrap="square" tIns="34275">
            <a:noAutofit/>
          </a:bodyPr>
          <a:lstStyle>
            <a:lvl1pPr lvl="0" algn="l">
              <a:lnSpc>
                <a:spcPct val="100000"/>
              </a:lnSpc>
              <a:spcBef>
                <a:spcPts val="0"/>
              </a:spcBef>
              <a:spcAft>
                <a:spcPts val="0"/>
              </a:spcAft>
              <a:buSzPts val="1100"/>
              <a:buNone/>
              <a:defRPr>
                <a:latin typeface="Open Sans"/>
                <a:ea typeface="Open Sans"/>
                <a:cs typeface="Open Sans"/>
                <a:sym typeface="Open Sans"/>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2" name="Google Shape;42;p5"/>
          <p:cNvSpPr txBox="1"/>
          <p:nvPr>
            <p:ph idx="12" type="sldNum"/>
          </p:nvPr>
        </p:nvSpPr>
        <p:spPr>
          <a:xfrm>
            <a:off x="8008748" y="4436916"/>
            <a:ext cx="796500" cy="367800"/>
          </a:xfrm>
          <a:prstGeom prst="rect">
            <a:avLst/>
          </a:prstGeom>
          <a:noFill/>
          <a:ln>
            <a:noFill/>
          </a:ln>
        </p:spPr>
        <p:txBody>
          <a:bodyPr anchorCtr="0" anchor="b" bIns="8100" lIns="68575" spcFirstLastPara="1" rIns="68575" wrap="square" tIns="34275">
            <a:noAutofit/>
          </a:bodyPr>
          <a:lstStyle>
            <a:lvl1pPr indent="0" lvl="0" marL="0" marR="0" algn="r">
              <a:lnSpc>
                <a:spcPct val="100000"/>
              </a:lnSpc>
              <a:spcBef>
                <a:spcPts val="0"/>
              </a:spcBef>
              <a:spcAft>
                <a:spcPts val="0"/>
              </a:spcAft>
              <a:buClr>
                <a:srgbClr val="000000"/>
              </a:buClr>
              <a:buSzPts val="1500"/>
              <a:buFont typeface="Arial"/>
              <a:buNone/>
              <a:defRPr b="0" i="0" sz="1500" u="none" cap="none" strike="noStrike">
                <a:solidFill>
                  <a:schemeClr val="accent1"/>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500"/>
              <a:buFont typeface="Arial"/>
              <a:buNone/>
              <a:defRPr b="0" i="0" sz="1500" u="none" cap="none" strike="noStrike">
                <a:solidFill>
                  <a:schemeClr val="accent1"/>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500"/>
              <a:buFont typeface="Arial"/>
              <a:buNone/>
              <a:defRPr b="0" i="0" sz="1500" u="none" cap="none" strike="noStrike">
                <a:solidFill>
                  <a:schemeClr val="accent1"/>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500"/>
              <a:buFont typeface="Arial"/>
              <a:buNone/>
              <a:defRPr b="0" i="0" sz="1500" u="none" cap="none" strike="noStrike">
                <a:solidFill>
                  <a:schemeClr val="accent1"/>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500"/>
              <a:buFont typeface="Arial"/>
              <a:buNone/>
              <a:defRPr b="0" i="0" sz="1500" u="none" cap="none" strike="noStrike">
                <a:solidFill>
                  <a:schemeClr val="accent1"/>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500"/>
              <a:buFont typeface="Arial"/>
              <a:buNone/>
              <a:defRPr b="0" i="0" sz="1500" u="none" cap="none" strike="noStrike">
                <a:solidFill>
                  <a:schemeClr val="accent1"/>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500"/>
              <a:buFont typeface="Arial"/>
              <a:buNone/>
              <a:defRPr b="0" i="0" sz="1500" u="none" cap="none" strike="noStrike">
                <a:solidFill>
                  <a:schemeClr val="accent1"/>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500"/>
              <a:buFont typeface="Arial"/>
              <a:buNone/>
              <a:defRPr b="0" i="0" sz="1500" u="none" cap="none" strike="noStrike">
                <a:solidFill>
                  <a:schemeClr val="accent1"/>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500"/>
              <a:buFont typeface="Arial"/>
              <a:buNone/>
              <a:defRPr b="0" i="0" sz="1500" u="none" cap="none" strike="noStrike">
                <a:solidFill>
                  <a:schemeClr val="accent1"/>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ção" type="twoTxTwoObj">
  <p:cSld name="TWO_OBJECTS_WITH_TEXT">
    <p:spTree>
      <p:nvGrpSpPr>
        <p:cNvPr id="43" name="Shape 43"/>
        <p:cNvGrpSpPr/>
        <p:nvPr/>
      </p:nvGrpSpPr>
      <p:grpSpPr>
        <a:xfrm>
          <a:off x="0" y="0"/>
          <a:ext cx="0" cy="0"/>
          <a:chOff x="0" y="0"/>
          <a:chExt cx="0" cy="0"/>
        </a:xfrm>
      </p:grpSpPr>
      <p:pic>
        <p:nvPicPr>
          <p:cNvPr id="44" name="Google Shape;44;p6"/>
          <p:cNvPicPr preferRelativeResize="0"/>
          <p:nvPr/>
        </p:nvPicPr>
        <p:blipFill rotWithShape="1">
          <a:blip r:embed="rId2">
            <a:alphaModFix/>
          </a:blip>
          <a:srcRect b="0" l="0" r="0" t="0"/>
          <a:stretch/>
        </p:blipFill>
        <p:spPr>
          <a:xfrm>
            <a:off x="6525" y="5281"/>
            <a:ext cx="9144000" cy="1388037"/>
          </a:xfrm>
          <a:prstGeom prst="rect">
            <a:avLst/>
          </a:prstGeom>
          <a:noFill/>
          <a:ln>
            <a:noFill/>
          </a:ln>
        </p:spPr>
      </p:pic>
      <p:sp>
        <p:nvSpPr>
          <p:cNvPr id="45" name="Google Shape;45;p6"/>
          <p:cNvSpPr txBox="1"/>
          <p:nvPr>
            <p:ph type="title"/>
          </p:nvPr>
        </p:nvSpPr>
        <p:spPr>
          <a:xfrm>
            <a:off x="607500" y="335391"/>
            <a:ext cx="7929000" cy="727800"/>
          </a:xfrm>
          <a:prstGeom prst="rect">
            <a:avLst/>
          </a:prstGeom>
          <a:noFill/>
          <a:ln>
            <a:noFill/>
          </a:ln>
          <a:effectLst>
            <a:outerShdw blurRad="50800">
              <a:srgbClr val="000000">
                <a:alpha val="60000"/>
              </a:srgbClr>
            </a:outerShdw>
          </a:effectLst>
        </p:spPr>
        <p:txBody>
          <a:bodyPr anchorCtr="0" anchor="ctr" bIns="34275" lIns="68575" spcFirstLastPara="1" rIns="68575" wrap="square" tIns="34275">
            <a:noAutofit/>
          </a:bodyPr>
          <a:lstStyle>
            <a:lvl1pPr lvl="0" algn="l">
              <a:lnSpc>
                <a:spcPct val="100000"/>
              </a:lnSpc>
              <a:spcBef>
                <a:spcPts val="0"/>
              </a:spcBef>
              <a:spcAft>
                <a:spcPts val="0"/>
              </a:spcAft>
              <a:buClr>
                <a:srgbClr val="FEFEFE"/>
              </a:buClr>
              <a:buSzPts val="3000"/>
              <a:buFont typeface="Open Sans"/>
              <a:buNone/>
              <a:defRPr>
                <a:latin typeface="Open Sans"/>
                <a:ea typeface="Open Sans"/>
                <a:cs typeface="Open Sans"/>
                <a:sym typeface="Open Sans"/>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6" name="Google Shape;46;p6"/>
          <p:cNvSpPr txBox="1"/>
          <p:nvPr>
            <p:ph idx="1" type="body"/>
          </p:nvPr>
        </p:nvSpPr>
        <p:spPr>
          <a:xfrm>
            <a:off x="409450" y="2729548"/>
            <a:ext cx="3889500" cy="2306100"/>
          </a:xfrm>
          <a:prstGeom prst="rect">
            <a:avLst/>
          </a:prstGeom>
          <a:noFill/>
          <a:ln>
            <a:noFill/>
          </a:ln>
          <a:effectLst>
            <a:outerShdw blurRad="50800">
              <a:srgbClr val="000000">
                <a:alpha val="40000"/>
              </a:srgbClr>
            </a:outerShdw>
          </a:effectLst>
        </p:spPr>
        <p:txBody>
          <a:bodyPr anchorCtr="0" anchor="t" bIns="34275" lIns="68575" spcFirstLastPara="1" rIns="68575" wrap="square" tIns="34275">
            <a:normAutofit/>
          </a:bodyPr>
          <a:lstStyle>
            <a:lvl1pPr indent="-317500" lvl="0" marL="457200" algn="l">
              <a:lnSpc>
                <a:spcPct val="100000"/>
              </a:lnSpc>
              <a:spcBef>
                <a:spcPts val="300"/>
              </a:spcBef>
              <a:spcAft>
                <a:spcPts val="0"/>
              </a:spcAft>
              <a:buSzPts val="1400"/>
              <a:buAutoNum type="arabicPeriod"/>
              <a:defRPr sz="1800">
                <a:latin typeface="Open Sans"/>
                <a:ea typeface="Open Sans"/>
                <a:cs typeface="Open Sans"/>
                <a:sym typeface="Open Sans"/>
              </a:defRPr>
            </a:lvl1pPr>
            <a:lvl2pPr indent="-304800" lvl="1" marL="914400" algn="l">
              <a:lnSpc>
                <a:spcPct val="100000"/>
              </a:lnSpc>
              <a:spcBef>
                <a:spcPts val="500"/>
              </a:spcBef>
              <a:spcAft>
                <a:spcPts val="0"/>
              </a:spcAft>
              <a:buSzPts val="1200"/>
              <a:buAutoNum type="alphaLcPeriod"/>
              <a:defRPr>
                <a:latin typeface="Open Sans"/>
                <a:ea typeface="Open Sans"/>
                <a:cs typeface="Open Sans"/>
                <a:sym typeface="Open Sans"/>
              </a:defRPr>
            </a:lvl2pPr>
            <a:lvl3pPr indent="-298450" lvl="2" marL="1371600" algn="l">
              <a:lnSpc>
                <a:spcPct val="100000"/>
              </a:lnSpc>
              <a:spcBef>
                <a:spcPts val="500"/>
              </a:spcBef>
              <a:spcAft>
                <a:spcPts val="0"/>
              </a:spcAft>
              <a:buSzPts val="1100"/>
              <a:buAutoNum type="romanLcPeriod"/>
              <a:defRPr>
                <a:latin typeface="Open Sans"/>
                <a:ea typeface="Open Sans"/>
                <a:cs typeface="Open Sans"/>
                <a:sym typeface="Open Sans"/>
              </a:defRPr>
            </a:lvl3pPr>
            <a:lvl4pPr indent="-285750" lvl="3" marL="1828800" algn="l">
              <a:lnSpc>
                <a:spcPct val="100000"/>
              </a:lnSpc>
              <a:spcBef>
                <a:spcPts val="500"/>
              </a:spcBef>
              <a:spcAft>
                <a:spcPts val="0"/>
              </a:spcAft>
              <a:buSzPts val="900"/>
              <a:buAutoNum type="arabicPeriod"/>
              <a:defRPr>
                <a:latin typeface="Open Sans"/>
                <a:ea typeface="Open Sans"/>
                <a:cs typeface="Open Sans"/>
                <a:sym typeface="Open Sans"/>
              </a:defRPr>
            </a:lvl4pPr>
            <a:lvl5pPr indent="-285750" lvl="4" marL="2286000" algn="l">
              <a:lnSpc>
                <a:spcPct val="100000"/>
              </a:lnSpc>
              <a:spcBef>
                <a:spcPts val="500"/>
              </a:spcBef>
              <a:spcAft>
                <a:spcPts val="0"/>
              </a:spcAft>
              <a:buSzPts val="900"/>
              <a:buAutoNum type="alphaLcPeriod"/>
              <a:defRPr>
                <a:latin typeface="Open Sans"/>
                <a:ea typeface="Open Sans"/>
                <a:cs typeface="Open Sans"/>
                <a:sym typeface="Open Sans"/>
              </a:defRPr>
            </a:lvl5pPr>
            <a:lvl6pPr indent="-317500" lvl="5" marL="2743200" algn="l">
              <a:lnSpc>
                <a:spcPct val="100000"/>
              </a:lnSpc>
              <a:spcBef>
                <a:spcPts val="500"/>
              </a:spcBef>
              <a:spcAft>
                <a:spcPts val="0"/>
              </a:spcAft>
              <a:buSzPts val="1400"/>
              <a:buAutoNum type="romanLcPeriod"/>
              <a:defRPr/>
            </a:lvl6pPr>
            <a:lvl7pPr indent="-317500" lvl="6" marL="3200400" algn="l">
              <a:lnSpc>
                <a:spcPct val="100000"/>
              </a:lnSpc>
              <a:spcBef>
                <a:spcPts val="500"/>
              </a:spcBef>
              <a:spcAft>
                <a:spcPts val="0"/>
              </a:spcAft>
              <a:buSzPts val="1400"/>
              <a:buAutoNum type="arabicPeriod"/>
              <a:defRPr/>
            </a:lvl7pPr>
            <a:lvl8pPr indent="-317500" lvl="7" marL="3657600" algn="l">
              <a:lnSpc>
                <a:spcPct val="100000"/>
              </a:lnSpc>
              <a:spcBef>
                <a:spcPts val="500"/>
              </a:spcBef>
              <a:spcAft>
                <a:spcPts val="0"/>
              </a:spcAft>
              <a:buSzPts val="1400"/>
              <a:buAutoNum type="alphaLcPeriod"/>
              <a:defRPr/>
            </a:lvl8pPr>
            <a:lvl9pPr indent="-317500" lvl="8" marL="4114800" algn="l">
              <a:lnSpc>
                <a:spcPct val="100000"/>
              </a:lnSpc>
              <a:spcBef>
                <a:spcPts val="500"/>
              </a:spcBef>
              <a:spcAft>
                <a:spcPts val="500"/>
              </a:spcAft>
              <a:buSzPts val="1400"/>
              <a:buAutoNum type="romanLcPeriod"/>
              <a:defRPr/>
            </a:lvl9pPr>
          </a:lstStyle>
          <a:p/>
        </p:txBody>
      </p:sp>
      <p:sp>
        <p:nvSpPr>
          <p:cNvPr id="47" name="Google Shape;47;p6"/>
          <p:cNvSpPr txBox="1"/>
          <p:nvPr>
            <p:ph idx="2" type="body"/>
          </p:nvPr>
        </p:nvSpPr>
        <p:spPr>
          <a:xfrm>
            <a:off x="4794225" y="2729548"/>
            <a:ext cx="3889500" cy="2306100"/>
          </a:xfrm>
          <a:prstGeom prst="rect">
            <a:avLst/>
          </a:prstGeom>
          <a:noFill/>
          <a:ln>
            <a:noFill/>
          </a:ln>
          <a:effectLst>
            <a:outerShdw blurRad="50800">
              <a:srgbClr val="000000">
                <a:alpha val="40000"/>
              </a:srgbClr>
            </a:outerShdw>
          </a:effectLst>
        </p:spPr>
        <p:txBody>
          <a:bodyPr anchorCtr="0" anchor="t" bIns="34275" lIns="68575" spcFirstLastPara="1" rIns="68575" wrap="square" tIns="34275">
            <a:normAutofit/>
          </a:bodyPr>
          <a:lstStyle>
            <a:lvl1pPr indent="-317500" lvl="0" marL="457200" algn="l">
              <a:lnSpc>
                <a:spcPct val="100000"/>
              </a:lnSpc>
              <a:spcBef>
                <a:spcPts val="300"/>
              </a:spcBef>
              <a:spcAft>
                <a:spcPts val="0"/>
              </a:spcAft>
              <a:buSzPts val="1400"/>
              <a:buAutoNum type="arabicPeriod"/>
              <a:defRPr sz="1800">
                <a:latin typeface="Open Sans"/>
                <a:ea typeface="Open Sans"/>
                <a:cs typeface="Open Sans"/>
                <a:sym typeface="Open Sans"/>
              </a:defRPr>
            </a:lvl1pPr>
            <a:lvl2pPr indent="-304800" lvl="1" marL="914400" algn="l">
              <a:lnSpc>
                <a:spcPct val="100000"/>
              </a:lnSpc>
              <a:spcBef>
                <a:spcPts val="500"/>
              </a:spcBef>
              <a:spcAft>
                <a:spcPts val="0"/>
              </a:spcAft>
              <a:buSzPts val="1200"/>
              <a:buAutoNum type="alphaLcPeriod"/>
              <a:defRPr>
                <a:latin typeface="Open Sans"/>
                <a:ea typeface="Open Sans"/>
                <a:cs typeface="Open Sans"/>
                <a:sym typeface="Open Sans"/>
              </a:defRPr>
            </a:lvl2pPr>
            <a:lvl3pPr indent="-298450" lvl="2" marL="1371600" algn="l">
              <a:lnSpc>
                <a:spcPct val="100000"/>
              </a:lnSpc>
              <a:spcBef>
                <a:spcPts val="500"/>
              </a:spcBef>
              <a:spcAft>
                <a:spcPts val="0"/>
              </a:spcAft>
              <a:buSzPts val="1100"/>
              <a:buAutoNum type="romanLcPeriod"/>
              <a:defRPr>
                <a:latin typeface="Open Sans"/>
                <a:ea typeface="Open Sans"/>
                <a:cs typeface="Open Sans"/>
                <a:sym typeface="Open Sans"/>
              </a:defRPr>
            </a:lvl3pPr>
            <a:lvl4pPr indent="-285750" lvl="3" marL="1828800" algn="l">
              <a:lnSpc>
                <a:spcPct val="100000"/>
              </a:lnSpc>
              <a:spcBef>
                <a:spcPts val="500"/>
              </a:spcBef>
              <a:spcAft>
                <a:spcPts val="0"/>
              </a:spcAft>
              <a:buSzPts val="900"/>
              <a:buAutoNum type="arabicPeriod"/>
              <a:defRPr>
                <a:latin typeface="Open Sans"/>
                <a:ea typeface="Open Sans"/>
                <a:cs typeface="Open Sans"/>
                <a:sym typeface="Open Sans"/>
              </a:defRPr>
            </a:lvl4pPr>
            <a:lvl5pPr indent="-285750" lvl="4" marL="2286000" algn="l">
              <a:lnSpc>
                <a:spcPct val="100000"/>
              </a:lnSpc>
              <a:spcBef>
                <a:spcPts val="500"/>
              </a:spcBef>
              <a:spcAft>
                <a:spcPts val="0"/>
              </a:spcAft>
              <a:buSzPts val="900"/>
              <a:buAutoNum type="alphaLcPeriod"/>
              <a:defRPr>
                <a:latin typeface="Open Sans"/>
                <a:ea typeface="Open Sans"/>
                <a:cs typeface="Open Sans"/>
                <a:sym typeface="Open Sans"/>
              </a:defRPr>
            </a:lvl5pPr>
            <a:lvl6pPr indent="-317500" lvl="5" marL="2743200" algn="l">
              <a:lnSpc>
                <a:spcPct val="100000"/>
              </a:lnSpc>
              <a:spcBef>
                <a:spcPts val="500"/>
              </a:spcBef>
              <a:spcAft>
                <a:spcPts val="0"/>
              </a:spcAft>
              <a:buSzPts val="1400"/>
              <a:buAutoNum type="romanLcPeriod"/>
              <a:defRPr/>
            </a:lvl6pPr>
            <a:lvl7pPr indent="-317500" lvl="6" marL="3200400" algn="l">
              <a:lnSpc>
                <a:spcPct val="100000"/>
              </a:lnSpc>
              <a:spcBef>
                <a:spcPts val="500"/>
              </a:spcBef>
              <a:spcAft>
                <a:spcPts val="0"/>
              </a:spcAft>
              <a:buSzPts val="1400"/>
              <a:buAutoNum type="arabicPeriod"/>
              <a:defRPr/>
            </a:lvl7pPr>
            <a:lvl8pPr indent="-317500" lvl="7" marL="3657600" algn="l">
              <a:lnSpc>
                <a:spcPct val="100000"/>
              </a:lnSpc>
              <a:spcBef>
                <a:spcPts val="500"/>
              </a:spcBef>
              <a:spcAft>
                <a:spcPts val="0"/>
              </a:spcAft>
              <a:buSzPts val="1400"/>
              <a:buAutoNum type="alphaLcPeriod"/>
              <a:defRPr/>
            </a:lvl8pPr>
            <a:lvl9pPr indent="-317500" lvl="8" marL="4114800" algn="l">
              <a:lnSpc>
                <a:spcPct val="100000"/>
              </a:lnSpc>
              <a:spcBef>
                <a:spcPts val="500"/>
              </a:spcBef>
              <a:spcAft>
                <a:spcPts val="500"/>
              </a:spcAft>
              <a:buSzPts val="1400"/>
              <a:buAutoNum type="romanLcPeriod"/>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 Branco" type="blank">
  <p:cSld name="BLANK">
    <p:spTree>
      <p:nvGrpSpPr>
        <p:cNvPr id="48" name="Shape 48"/>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Partes de Conteúdo" type="twoObj">
  <p:cSld name="TWO_OBJECTS">
    <p:spTree>
      <p:nvGrpSpPr>
        <p:cNvPr id="49" name="Shape 49"/>
        <p:cNvGrpSpPr/>
        <p:nvPr/>
      </p:nvGrpSpPr>
      <p:grpSpPr>
        <a:xfrm>
          <a:off x="0" y="0"/>
          <a:ext cx="0" cy="0"/>
          <a:chOff x="0" y="0"/>
          <a:chExt cx="0" cy="0"/>
        </a:xfrm>
      </p:grpSpPr>
      <p:pic>
        <p:nvPicPr>
          <p:cNvPr id="50" name="Google Shape;50;p8"/>
          <p:cNvPicPr preferRelativeResize="0"/>
          <p:nvPr/>
        </p:nvPicPr>
        <p:blipFill rotWithShape="1">
          <a:blip r:embed="rId2">
            <a:alphaModFix/>
          </a:blip>
          <a:srcRect b="0" l="0" r="0" t="0"/>
          <a:stretch/>
        </p:blipFill>
        <p:spPr>
          <a:xfrm>
            <a:off x="6525" y="5281"/>
            <a:ext cx="9144000" cy="1388037"/>
          </a:xfrm>
          <a:prstGeom prst="rect">
            <a:avLst/>
          </a:prstGeom>
          <a:noFill/>
          <a:ln>
            <a:noFill/>
          </a:ln>
        </p:spPr>
      </p:pic>
      <p:sp>
        <p:nvSpPr>
          <p:cNvPr id="51" name="Google Shape;51;p8"/>
          <p:cNvSpPr txBox="1"/>
          <p:nvPr>
            <p:ph type="title"/>
          </p:nvPr>
        </p:nvSpPr>
        <p:spPr>
          <a:xfrm>
            <a:off x="607500" y="335391"/>
            <a:ext cx="7929000" cy="727800"/>
          </a:xfrm>
          <a:prstGeom prst="rect">
            <a:avLst/>
          </a:prstGeom>
          <a:noFill/>
          <a:ln>
            <a:noFill/>
          </a:ln>
          <a:effectLst>
            <a:outerShdw blurRad="50800">
              <a:srgbClr val="000000">
                <a:alpha val="60000"/>
              </a:srgbClr>
            </a:outerShdw>
          </a:effectLst>
        </p:spPr>
        <p:txBody>
          <a:bodyPr anchorCtr="0" anchor="ctr" bIns="34275" lIns="68575" spcFirstLastPara="1" rIns="68575" wrap="square" tIns="34275">
            <a:noAutofit/>
          </a:bodyPr>
          <a:lstStyle>
            <a:lvl1pPr lvl="0" algn="l">
              <a:lnSpc>
                <a:spcPct val="100000"/>
              </a:lnSpc>
              <a:spcBef>
                <a:spcPts val="0"/>
              </a:spcBef>
              <a:spcAft>
                <a:spcPts val="0"/>
              </a:spcAft>
              <a:buClr>
                <a:srgbClr val="FEFEFE"/>
              </a:buClr>
              <a:buSzPts val="3000"/>
              <a:buFont typeface="Open Sans"/>
              <a:buNone/>
              <a:defRPr>
                <a:latin typeface="Open Sans"/>
                <a:ea typeface="Open Sans"/>
                <a:cs typeface="Open Sans"/>
                <a:sym typeface="Open Sans"/>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2" name="Google Shape;52;p8"/>
          <p:cNvSpPr txBox="1"/>
          <p:nvPr>
            <p:ph idx="1" type="body"/>
          </p:nvPr>
        </p:nvSpPr>
        <p:spPr>
          <a:xfrm>
            <a:off x="220850" y="2729550"/>
            <a:ext cx="2617800" cy="2306100"/>
          </a:xfrm>
          <a:prstGeom prst="rect">
            <a:avLst/>
          </a:prstGeom>
          <a:noFill/>
          <a:ln>
            <a:noFill/>
          </a:ln>
          <a:effectLst>
            <a:outerShdw blurRad="50800">
              <a:srgbClr val="000000">
                <a:alpha val="40000"/>
              </a:srgbClr>
            </a:outerShdw>
          </a:effectLst>
        </p:spPr>
        <p:txBody>
          <a:bodyPr anchorCtr="0" anchor="t" bIns="34275" lIns="68575" spcFirstLastPara="1" rIns="68575" wrap="square" tIns="34275">
            <a:normAutofit/>
          </a:bodyPr>
          <a:lstStyle>
            <a:lvl1pPr indent="-298450" lvl="0" marL="457200" algn="l">
              <a:lnSpc>
                <a:spcPct val="100000"/>
              </a:lnSpc>
              <a:spcBef>
                <a:spcPts val="1000"/>
              </a:spcBef>
              <a:spcAft>
                <a:spcPts val="0"/>
              </a:spcAft>
              <a:buSzPts val="1100"/>
              <a:buAutoNum type="arabicPeriod"/>
              <a:defRPr sz="1500">
                <a:latin typeface="Open Sans"/>
                <a:ea typeface="Open Sans"/>
                <a:cs typeface="Open Sans"/>
                <a:sym typeface="Open Sans"/>
              </a:defRPr>
            </a:lvl1pPr>
            <a:lvl2pPr indent="-285750" lvl="1" marL="914400" algn="l">
              <a:lnSpc>
                <a:spcPct val="100000"/>
              </a:lnSpc>
              <a:spcBef>
                <a:spcPts val="1000"/>
              </a:spcBef>
              <a:spcAft>
                <a:spcPts val="0"/>
              </a:spcAft>
              <a:buSzPts val="900"/>
              <a:buAutoNum type="alphaLcPeriod"/>
              <a:defRPr sz="900">
                <a:latin typeface="Open Sans"/>
                <a:ea typeface="Open Sans"/>
                <a:cs typeface="Open Sans"/>
                <a:sym typeface="Open Sans"/>
              </a:defRPr>
            </a:lvl2pPr>
            <a:lvl3pPr indent="-279400" lvl="2" marL="1371600" algn="l">
              <a:lnSpc>
                <a:spcPct val="100000"/>
              </a:lnSpc>
              <a:spcBef>
                <a:spcPts val="1000"/>
              </a:spcBef>
              <a:spcAft>
                <a:spcPts val="0"/>
              </a:spcAft>
              <a:buSzPts val="800"/>
              <a:buAutoNum type="romanLcPeriod"/>
              <a:defRPr sz="800">
                <a:latin typeface="Open Sans"/>
                <a:ea typeface="Open Sans"/>
                <a:cs typeface="Open Sans"/>
                <a:sym typeface="Open Sans"/>
              </a:defRPr>
            </a:lvl3pPr>
            <a:lvl4pPr indent="-266700" lvl="3" marL="1828800" algn="l">
              <a:lnSpc>
                <a:spcPct val="100000"/>
              </a:lnSpc>
              <a:spcBef>
                <a:spcPts val="1000"/>
              </a:spcBef>
              <a:spcAft>
                <a:spcPts val="0"/>
              </a:spcAft>
              <a:buSzPts val="600"/>
              <a:buAutoNum type="arabicPeriod"/>
              <a:defRPr sz="600">
                <a:latin typeface="Open Sans"/>
                <a:ea typeface="Open Sans"/>
                <a:cs typeface="Open Sans"/>
                <a:sym typeface="Open Sans"/>
              </a:defRPr>
            </a:lvl4pPr>
            <a:lvl5pPr indent="-266700" lvl="4" marL="2286000" algn="l">
              <a:lnSpc>
                <a:spcPct val="100000"/>
              </a:lnSpc>
              <a:spcBef>
                <a:spcPts val="1000"/>
              </a:spcBef>
              <a:spcAft>
                <a:spcPts val="0"/>
              </a:spcAft>
              <a:buSzPts val="600"/>
              <a:buAutoNum type="alphaLcPeriod"/>
              <a:defRPr sz="600">
                <a:latin typeface="Open Sans"/>
                <a:ea typeface="Open Sans"/>
                <a:cs typeface="Open Sans"/>
                <a:sym typeface="Open Sans"/>
              </a:defRPr>
            </a:lvl5pPr>
            <a:lvl6pPr indent="-298450" lvl="5" marL="2743200" algn="l">
              <a:lnSpc>
                <a:spcPct val="100000"/>
              </a:lnSpc>
              <a:spcBef>
                <a:spcPts val="1000"/>
              </a:spcBef>
              <a:spcAft>
                <a:spcPts val="0"/>
              </a:spcAft>
              <a:buSzPts val="1100"/>
              <a:buAutoNum type="romanLcPeriod"/>
              <a:defRPr sz="600"/>
            </a:lvl6pPr>
            <a:lvl7pPr indent="-298450" lvl="6" marL="3200400" algn="l">
              <a:lnSpc>
                <a:spcPct val="100000"/>
              </a:lnSpc>
              <a:spcBef>
                <a:spcPts val="1000"/>
              </a:spcBef>
              <a:spcAft>
                <a:spcPts val="0"/>
              </a:spcAft>
              <a:buSzPts val="1100"/>
              <a:buAutoNum type="arabicPeriod"/>
              <a:defRPr sz="600"/>
            </a:lvl7pPr>
            <a:lvl8pPr indent="-298450" lvl="7" marL="3657600" algn="l">
              <a:lnSpc>
                <a:spcPct val="100000"/>
              </a:lnSpc>
              <a:spcBef>
                <a:spcPts val="1000"/>
              </a:spcBef>
              <a:spcAft>
                <a:spcPts val="0"/>
              </a:spcAft>
              <a:buSzPts val="1100"/>
              <a:buAutoNum type="alphaLcPeriod"/>
              <a:defRPr sz="600"/>
            </a:lvl8pPr>
            <a:lvl9pPr indent="-298450" lvl="8" marL="4114800" algn="l">
              <a:lnSpc>
                <a:spcPct val="100000"/>
              </a:lnSpc>
              <a:spcBef>
                <a:spcPts val="1000"/>
              </a:spcBef>
              <a:spcAft>
                <a:spcPts val="500"/>
              </a:spcAft>
              <a:buSzPts val="1100"/>
              <a:buAutoNum type="romanLcPeriod"/>
              <a:defRPr sz="600"/>
            </a:lvl9pPr>
          </a:lstStyle>
          <a:p/>
        </p:txBody>
      </p:sp>
      <p:sp>
        <p:nvSpPr>
          <p:cNvPr id="53" name="Google Shape;53;p8"/>
          <p:cNvSpPr txBox="1"/>
          <p:nvPr>
            <p:ph idx="2" type="body"/>
          </p:nvPr>
        </p:nvSpPr>
        <p:spPr>
          <a:xfrm>
            <a:off x="3263100" y="2729550"/>
            <a:ext cx="2617800" cy="2306100"/>
          </a:xfrm>
          <a:prstGeom prst="rect">
            <a:avLst/>
          </a:prstGeom>
          <a:noFill/>
          <a:ln>
            <a:noFill/>
          </a:ln>
          <a:effectLst>
            <a:outerShdw blurRad="50800">
              <a:srgbClr val="000000">
                <a:alpha val="40000"/>
              </a:srgbClr>
            </a:outerShdw>
          </a:effectLst>
        </p:spPr>
        <p:txBody>
          <a:bodyPr anchorCtr="0" anchor="t" bIns="34275" lIns="68575" spcFirstLastPara="1" rIns="68575" wrap="square" tIns="34275">
            <a:normAutofit/>
          </a:bodyPr>
          <a:lstStyle>
            <a:lvl1pPr indent="-298450" lvl="0" marL="457200" algn="l">
              <a:lnSpc>
                <a:spcPct val="100000"/>
              </a:lnSpc>
              <a:spcBef>
                <a:spcPts val="1000"/>
              </a:spcBef>
              <a:spcAft>
                <a:spcPts val="0"/>
              </a:spcAft>
              <a:buSzPts val="1100"/>
              <a:buAutoNum type="arabicPeriod"/>
              <a:defRPr sz="1500">
                <a:latin typeface="Open Sans"/>
                <a:ea typeface="Open Sans"/>
                <a:cs typeface="Open Sans"/>
                <a:sym typeface="Open Sans"/>
              </a:defRPr>
            </a:lvl1pPr>
            <a:lvl2pPr indent="-285750" lvl="1" marL="914400" algn="l">
              <a:lnSpc>
                <a:spcPct val="100000"/>
              </a:lnSpc>
              <a:spcBef>
                <a:spcPts val="1000"/>
              </a:spcBef>
              <a:spcAft>
                <a:spcPts val="0"/>
              </a:spcAft>
              <a:buSzPts val="900"/>
              <a:buAutoNum type="alphaLcPeriod"/>
              <a:defRPr sz="900">
                <a:latin typeface="Open Sans"/>
                <a:ea typeface="Open Sans"/>
                <a:cs typeface="Open Sans"/>
                <a:sym typeface="Open Sans"/>
              </a:defRPr>
            </a:lvl2pPr>
            <a:lvl3pPr indent="-279400" lvl="2" marL="1371600" algn="l">
              <a:lnSpc>
                <a:spcPct val="100000"/>
              </a:lnSpc>
              <a:spcBef>
                <a:spcPts val="1000"/>
              </a:spcBef>
              <a:spcAft>
                <a:spcPts val="0"/>
              </a:spcAft>
              <a:buSzPts val="800"/>
              <a:buAutoNum type="romanLcPeriod"/>
              <a:defRPr sz="800">
                <a:latin typeface="Open Sans"/>
                <a:ea typeface="Open Sans"/>
                <a:cs typeface="Open Sans"/>
                <a:sym typeface="Open Sans"/>
              </a:defRPr>
            </a:lvl3pPr>
            <a:lvl4pPr indent="-266700" lvl="3" marL="1828800" algn="l">
              <a:lnSpc>
                <a:spcPct val="100000"/>
              </a:lnSpc>
              <a:spcBef>
                <a:spcPts val="1000"/>
              </a:spcBef>
              <a:spcAft>
                <a:spcPts val="0"/>
              </a:spcAft>
              <a:buSzPts val="600"/>
              <a:buAutoNum type="arabicPeriod"/>
              <a:defRPr sz="600">
                <a:latin typeface="Open Sans"/>
                <a:ea typeface="Open Sans"/>
                <a:cs typeface="Open Sans"/>
                <a:sym typeface="Open Sans"/>
              </a:defRPr>
            </a:lvl4pPr>
            <a:lvl5pPr indent="-266700" lvl="4" marL="2286000" algn="l">
              <a:lnSpc>
                <a:spcPct val="100000"/>
              </a:lnSpc>
              <a:spcBef>
                <a:spcPts val="1000"/>
              </a:spcBef>
              <a:spcAft>
                <a:spcPts val="0"/>
              </a:spcAft>
              <a:buSzPts val="600"/>
              <a:buAutoNum type="alphaLcPeriod"/>
              <a:defRPr sz="600">
                <a:latin typeface="Open Sans"/>
                <a:ea typeface="Open Sans"/>
                <a:cs typeface="Open Sans"/>
                <a:sym typeface="Open Sans"/>
              </a:defRPr>
            </a:lvl5pPr>
            <a:lvl6pPr indent="-298450" lvl="5" marL="2743200" algn="l">
              <a:lnSpc>
                <a:spcPct val="100000"/>
              </a:lnSpc>
              <a:spcBef>
                <a:spcPts val="1000"/>
              </a:spcBef>
              <a:spcAft>
                <a:spcPts val="0"/>
              </a:spcAft>
              <a:buSzPts val="1100"/>
              <a:buAutoNum type="romanLcPeriod"/>
              <a:defRPr sz="600"/>
            </a:lvl6pPr>
            <a:lvl7pPr indent="-298450" lvl="6" marL="3200400" algn="l">
              <a:lnSpc>
                <a:spcPct val="100000"/>
              </a:lnSpc>
              <a:spcBef>
                <a:spcPts val="1000"/>
              </a:spcBef>
              <a:spcAft>
                <a:spcPts val="0"/>
              </a:spcAft>
              <a:buSzPts val="1100"/>
              <a:buAutoNum type="arabicPeriod"/>
              <a:defRPr sz="600"/>
            </a:lvl7pPr>
            <a:lvl8pPr indent="-298450" lvl="7" marL="3657600" algn="l">
              <a:lnSpc>
                <a:spcPct val="100000"/>
              </a:lnSpc>
              <a:spcBef>
                <a:spcPts val="1000"/>
              </a:spcBef>
              <a:spcAft>
                <a:spcPts val="0"/>
              </a:spcAft>
              <a:buSzPts val="1100"/>
              <a:buAutoNum type="alphaLcPeriod"/>
              <a:defRPr sz="600"/>
            </a:lvl8pPr>
            <a:lvl9pPr indent="-298450" lvl="8" marL="4114800" algn="l">
              <a:lnSpc>
                <a:spcPct val="100000"/>
              </a:lnSpc>
              <a:spcBef>
                <a:spcPts val="1000"/>
              </a:spcBef>
              <a:spcAft>
                <a:spcPts val="500"/>
              </a:spcAft>
              <a:buSzPts val="1100"/>
              <a:buAutoNum type="romanLcPeriod"/>
              <a:defRPr sz="600"/>
            </a:lvl9pPr>
          </a:lstStyle>
          <a:p/>
        </p:txBody>
      </p:sp>
      <p:sp>
        <p:nvSpPr>
          <p:cNvPr id="54" name="Google Shape;54;p8"/>
          <p:cNvSpPr txBox="1"/>
          <p:nvPr>
            <p:ph idx="3" type="body"/>
          </p:nvPr>
        </p:nvSpPr>
        <p:spPr>
          <a:xfrm>
            <a:off x="6265925" y="2729550"/>
            <a:ext cx="2617800" cy="2306100"/>
          </a:xfrm>
          <a:prstGeom prst="rect">
            <a:avLst/>
          </a:prstGeom>
          <a:noFill/>
          <a:ln>
            <a:noFill/>
          </a:ln>
          <a:effectLst>
            <a:outerShdw blurRad="50800">
              <a:srgbClr val="000000">
                <a:alpha val="40000"/>
              </a:srgbClr>
            </a:outerShdw>
          </a:effectLst>
        </p:spPr>
        <p:txBody>
          <a:bodyPr anchorCtr="0" anchor="t" bIns="34275" lIns="68575" spcFirstLastPara="1" rIns="68575" wrap="square" tIns="34275">
            <a:normAutofit/>
          </a:bodyPr>
          <a:lstStyle>
            <a:lvl1pPr indent="-298450" lvl="0" marL="457200" algn="l">
              <a:lnSpc>
                <a:spcPct val="100000"/>
              </a:lnSpc>
              <a:spcBef>
                <a:spcPts val="1000"/>
              </a:spcBef>
              <a:spcAft>
                <a:spcPts val="0"/>
              </a:spcAft>
              <a:buSzPts val="1100"/>
              <a:buAutoNum type="arabicPeriod"/>
              <a:defRPr sz="1500">
                <a:latin typeface="Open Sans"/>
                <a:ea typeface="Open Sans"/>
                <a:cs typeface="Open Sans"/>
                <a:sym typeface="Open Sans"/>
              </a:defRPr>
            </a:lvl1pPr>
            <a:lvl2pPr indent="-285750" lvl="1" marL="914400" algn="l">
              <a:lnSpc>
                <a:spcPct val="100000"/>
              </a:lnSpc>
              <a:spcBef>
                <a:spcPts val="1000"/>
              </a:spcBef>
              <a:spcAft>
                <a:spcPts val="0"/>
              </a:spcAft>
              <a:buSzPts val="900"/>
              <a:buAutoNum type="alphaLcPeriod"/>
              <a:defRPr sz="900">
                <a:latin typeface="Open Sans"/>
                <a:ea typeface="Open Sans"/>
                <a:cs typeface="Open Sans"/>
                <a:sym typeface="Open Sans"/>
              </a:defRPr>
            </a:lvl2pPr>
            <a:lvl3pPr indent="-279400" lvl="2" marL="1371600" algn="l">
              <a:lnSpc>
                <a:spcPct val="100000"/>
              </a:lnSpc>
              <a:spcBef>
                <a:spcPts val="1000"/>
              </a:spcBef>
              <a:spcAft>
                <a:spcPts val="0"/>
              </a:spcAft>
              <a:buSzPts val="800"/>
              <a:buAutoNum type="romanLcPeriod"/>
              <a:defRPr sz="800">
                <a:latin typeface="Open Sans"/>
                <a:ea typeface="Open Sans"/>
                <a:cs typeface="Open Sans"/>
                <a:sym typeface="Open Sans"/>
              </a:defRPr>
            </a:lvl3pPr>
            <a:lvl4pPr indent="-266700" lvl="3" marL="1828800" algn="l">
              <a:lnSpc>
                <a:spcPct val="100000"/>
              </a:lnSpc>
              <a:spcBef>
                <a:spcPts val="1000"/>
              </a:spcBef>
              <a:spcAft>
                <a:spcPts val="0"/>
              </a:spcAft>
              <a:buSzPts val="600"/>
              <a:buAutoNum type="arabicPeriod"/>
              <a:defRPr sz="600">
                <a:latin typeface="Open Sans"/>
                <a:ea typeface="Open Sans"/>
                <a:cs typeface="Open Sans"/>
                <a:sym typeface="Open Sans"/>
              </a:defRPr>
            </a:lvl4pPr>
            <a:lvl5pPr indent="-266700" lvl="4" marL="2286000" algn="l">
              <a:lnSpc>
                <a:spcPct val="100000"/>
              </a:lnSpc>
              <a:spcBef>
                <a:spcPts val="1000"/>
              </a:spcBef>
              <a:spcAft>
                <a:spcPts val="0"/>
              </a:spcAft>
              <a:buSzPts val="600"/>
              <a:buAutoNum type="alphaLcPeriod"/>
              <a:defRPr sz="600">
                <a:latin typeface="Open Sans"/>
                <a:ea typeface="Open Sans"/>
                <a:cs typeface="Open Sans"/>
                <a:sym typeface="Open Sans"/>
              </a:defRPr>
            </a:lvl5pPr>
            <a:lvl6pPr indent="-298450" lvl="5" marL="2743200" algn="l">
              <a:lnSpc>
                <a:spcPct val="100000"/>
              </a:lnSpc>
              <a:spcBef>
                <a:spcPts val="1000"/>
              </a:spcBef>
              <a:spcAft>
                <a:spcPts val="0"/>
              </a:spcAft>
              <a:buSzPts val="1100"/>
              <a:buAutoNum type="romanLcPeriod"/>
              <a:defRPr sz="600"/>
            </a:lvl6pPr>
            <a:lvl7pPr indent="-298450" lvl="6" marL="3200400" algn="l">
              <a:lnSpc>
                <a:spcPct val="100000"/>
              </a:lnSpc>
              <a:spcBef>
                <a:spcPts val="1000"/>
              </a:spcBef>
              <a:spcAft>
                <a:spcPts val="0"/>
              </a:spcAft>
              <a:buSzPts val="1100"/>
              <a:buAutoNum type="arabicPeriod"/>
              <a:defRPr sz="600"/>
            </a:lvl7pPr>
            <a:lvl8pPr indent="-298450" lvl="7" marL="3657600" algn="l">
              <a:lnSpc>
                <a:spcPct val="100000"/>
              </a:lnSpc>
              <a:spcBef>
                <a:spcPts val="1000"/>
              </a:spcBef>
              <a:spcAft>
                <a:spcPts val="0"/>
              </a:spcAft>
              <a:buSzPts val="1100"/>
              <a:buAutoNum type="alphaLcPeriod"/>
              <a:defRPr sz="600"/>
            </a:lvl8pPr>
            <a:lvl9pPr indent="-298450" lvl="8" marL="4114800" algn="l">
              <a:lnSpc>
                <a:spcPct val="100000"/>
              </a:lnSpc>
              <a:spcBef>
                <a:spcPts val="1000"/>
              </a:spcBef>
              <a:spcAft>
                <a:spcPts val="500"/>
              </a:spcAft>
              <a:buSzPts val="1100"/>
              <a:buAutoNum type="romanLcPeriod"/>
              <a:defRPr sz="6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mente Título" type="titleOnly">
  <p:cSld name="TITLE_ONLY">
    <p:spTree>
      <p:nvGrpSpPr>
        <p:cNvPr id="55" name="Shape 55"/>
        <p:cNvGrpSpPr/>
        <p:nvPr/>
      </p:nvGrpSpPr>
      <p:grpSpPr>
        <a:xfrm>
          <a:off x="0" y="0"/>
          <a:ext cx="0" cy="0"/>
          <a:chOff x="0" y="0"/>
          <a:chExt cx="0" cy="0"/>
        </a:xfrm>
      </p:grpSpPr>
      <p:pic>
        <p:nvPicPr>
          <p:cNvPr id="56" name="Google Shape;56;p9"/>
          <p:cNvPicPr preferRelativeResize="0"/>
          <p:nvPr/>
        </p:nvPicPr>
        <p:blipFill rotWithShape="1">
          <a:blip r:embed="rId2">
            <a:alphaModFix/>
          </a:blip>
          <a:srcRect b="0" l="0" r="0" t="0"/>
          <a:stretch/>
        </p:blipFill>
        <p:spPr>
          <a:xfrm>
            <a:off x="6525" y="5281"/>
            <a:ext cx="9144000" cy="1388037"/>
          </a:xfrm>
          <a:prstGeom prst="rect">
            <a:avLst/>
          </a:prstGeom>
          <a:noFill/>
          <a:ln>
            <a:noFill/>
          </a:ln>
        </p:spPr>
      </p:pic>
      <p:sp>
        <p:nvSpPr>
          <p:cNvPr id="57" name="Google Shape;57;p9"/>
          <p:cNvSpPr txBox="1"/>
          <p:nvPr>
            <p:ph type="title"/>
          </p:nvPr>
        </p:nvSpPr>
        <p:spPr>
          <a:xfrm>
            <a:off x="607500" y="335391"/>
            <a:ext cx="7929000" cy="727800"/>
          </a:xfrm>
          <a:prstGeom prst="rect">
            <a:avLst/>
          </a:prstGeom>
          <a:noFill/>
          <a:ln>
            <a:noFill/>
          </a:ln>
          <a:effectLst>
            <a:outerShdw blurRad="50800">
              <a:srgbClr val="000000">
                <a:alpha val="60000"/>
              </a:srgbClr>
            </a:outerShdw>
          </a:effectLst>
        </p:spPr>
        <p:txBody>
          <a:bodyPr anchorCtr="0" anchor="ctr" bIns="34275" lIns="68575" spcFirstLastPara="1" rIns="68575" wrap="square" tIns="34275">
            <a:noAutofit/>
          </a:bodyPr>
          <a:lstStyle>
            <a:lvl1pPr lvl="0" algn="l">
              <a:lnSpc>
                <a:spcPct val="100000"/>
              </a:lnSpc>
              <a:spcBef>
                <a:spcPts val="0"/>
              </a:spcBef>
              <a:spcAft>
                <a:spcPts val="0"/>
              </a:spcAft>
              <a:buClr>
                <a:srgbClr val="FEFEFE"/>
              </a:buClr>
              <a:buSzPts val="3000"/>
              <a:buFont typeface="Open Sans"/>
              <a:buNone/>
              <a:defRPr>
                <a:latin typeface="Open Sans"/>
                <a:ea typeface="Open Sans"/>
                <a:cs typeface="Open Sans"/>
                <a:sym typeface="Open Sans"/>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údo com Legenda" type="objTx">
  <p:cSld name="OBJECT_WITH_CAPTION_TEXT">
    <p:spTree>
      <p:nvGrpSpPr>
        <p:cNvPr id="58" name="Shape 58"/>
        <p:cNvGrpSpPr/>
        <p:nvPr/>
      </p:nvGrpSpPr>
      <p:grpSpPr>
        <a:xfrm>
          <a:off x="0" y="0"/>
          <a:ext cx="0" cy="0"/>
          <a:chOff x="0" y="0"/>
          <a:chExt cx="0" cy="0"/>
        </a:xfrm>
      </p:grpSpPr>
      <p:sp>
        <p:nvSpPr>
          <p:cNvPr id="59" name="Google Shape;59;p10"/>
          <p:cNvSpPr/>
          <p:nvPr/>
        </p:nvSpPr>
        <p:spPr>
          <a:xfrm>
            <a:off x="804875" y="334571"/>
            <a:ext cx="2660653" cy="862852"/>
          </a:xfrm>
          <a:custGeom>
            <a:rect b="b" l="l" r="r" t="t"/>
            <a:pathLst>
              <a:path extrusionOk="0" h="2308" w="3384">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blipFill rotWithShape="1">
            <a:blip r:embed="rId2">
              <a:alphaModFix/>
            </a:blip>
            <a:tile algn="tl" flip="none" tx="0" sx="99996" ty="0" sy="99996"/>
          </a:blipFill>
          <a:ln cap="rnd" cmpd="sng" w="9525">
            <a:solidFill>
              <a:schemeClr val="accent1"/>
            </a:solidFill>
            <a:prstDash val="solid"/>
            <a:round/>
            <a:headEnd len="sm" w="sm" type="none"/>
            <a:tailEnd len="sm" w="sm" type="none"/>
          </a:ln>
        </p:spPr>
      </p:sp>
      <p:sp>
        <p:nvSpPr>
          <p:cNvPr id="60" name="Google Shape;60;p10"/>
          <p:cNvSpPr txBox="1"/>
          <p:nvPr>
            <p:ph type="title"/>
          </p:nvPr>
        </p:nvSpPr>
        <p:spPr>
          <a:xfrm>
            <a:off x="804875" y="334575"/>
            <a:ext cx="2660700" cy="684000"/>
          </a:xfrm>
          <a:prstGeom prst="rect">
            <a:avLst/>
          </a:prstGeom>
          <a:noFill/>
          <a:ln>
            <a:noFill/>
          </a:ln>
          <a:effectLst>
            <a:outerShdw blurRad="50800">
              <a:srgbClr val="000000">
                <a:alpha val="60000"/>
              </a:srgbClr>
            </a:outerShdw>
          </a:effectLst>
        </p:spPr>
        <p:txBody>
          <a:bodyPr anchorCtr="0" anchor="b" bIns="34275" lIns="68575" spcFirstLastPara="1" rIns="68575" wrap="square" tIns="34275">
            <a:noAutofit/>
          </a:bodyPr>
          <a:lstStyle>
            <a:lvl1pPr lvl="0" algn="l">
              <a:lnSpc>
                <a:spcPct val="100000"/>
              </a:lnSpc>
              <a:spcBef>
                <a:spcPts val="0"/>
              </a:spcBef>
              <a:spcAft>
                <a:spcPts val="0"/>
              </a:spcAft>
              <a:buClr>
                <a:srgbClr val="FEFEFE"/>
              </a:buClr>
              <a:buSzPts val="1500"/>
              <a:buFont typeface="Open Sans"/>
              <a:buNone/>
              <a:defRPr b="1" sz="1500">
                <a:latin typeface="Open Sans"/>
                <a:ea typeface="Open Sans"/>
                <a:cs typeface="Open Sans"/>
                <a:sym typeface="Open Sans"/>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1" name="Google Shape;61;p10"/>
          <p:cNvSpPr txBox="1"/>
          <p:nvPr>
            <p:ph idx="1" type="body"/>
          </p:nvPr>
        </p:nvSpPr>
        <p:spPr>
          <a:xfrm>
            <a:off x="3641725" y="334566"/>
            <a:ext cx="4689600" cy="4061100"/>
          </a:xfrm>
          <a:prstGeom prst="rect">
            <a:avLst/>
          </a:prstGeom>
          <a:noFill/>
          <a:ln>
            <a:noFill/>
          </a:ln>
          <a:effectLst>
            <a:outerShdw blurRad="50800">
              <a:srgbClr val="000000">
                <a:alpha val="40000"/>
              </a:srgbClr>
            </a:outerShdw>
          </a:effectLst>
        </p:spPr>
        <p:txBody>
          <a:bodyPr anchorCtr="0" anchor="ctr" bIns="34275" lIns="68575" spcFirstLastPara="1" rIns="68575" wrap="square" tIns="34275">
            <a:normAutofit/>
          </a:bodyPr>
          <a:lstStyle>
            <a:lvl1pPr indent="-317500" lvl="0" marL="457200" algn="l">
              <a:lnSpc>
                <a:spcPct val="100000"/>
              </a:lnSpc>
              <a:spcBef>
                <a:spcPts val="300"/>
              </a:spcBef>
              <a:spcAft>
                <a:spcPts val="0"/>
              </a:spcAft>
              <a:buSzPts val="1400"/>
              <a:buChar char="?"/>
              <a:defRPr>
                <a:latin typeface="Open Sans"/>
                <a:ea typeface="Open Sans"/>
                <a:cs typeface="Open Sans"/>
                <a:sym typeface="Open Sans"/>
              </a:defRPr>
            </a:lvl1pPr>
            <a:lvl2pPr indent="-304800" lvl="1" marL="914400" algn="l">
              <a:lnSpc>
                <a:spcPct val="100000"/>
              </a:lnSpc>
              <a:spcBef>
                <a:spcPts val="500"/>
              </a:spcBef>
              <a:spcAft>
                <a:spcPts val="0"/>
              </a:spcAft>
              <a:buSzPts val="1200"/>
              <a:buChar char="?"/>
              <a:defRPr>
                <a:latin typeface="Open Sans"/>
                <a:ea typeface="Open Sans"/>
                <a:cs typeface="Open Sans"/>
                <a:sym typeface="Open Sans"/>
              </a:defRPr>
            </a:lvl2pPr>
            <a:lvl3pPr indent="-298450" lvl="2" marL="1371600" algn="l">
              <a:lnSpc>
                <a:spcPct val="100000"/>
              </a:lnSpc>
              <a:spcBef>
                <a:spcPts val="500"/>
              </a:spcBef>
              <a:spcAft>
                <a:spcPts val="0"/>
              </a:spcAft>
              <a:buSzPts val="1100"/>
              <a:buChar char="?"/>
              <a:defRPr>
                <a:latin typeface="Open Sans"/>
                <a:ea typeface="Open Sans"/>
                <a:cs typeface="Open Sans"/>
                <a:sym typeface="Open Sans"/>
              </a:defRPr>
            </a:lvl3pPr>
            <a:lvl4pPr indent="-285750" lvl="3" marL="1828800" algn="l">
              <a:lnSpc>
                <a:spcPct val="100000"/>
              </a:lnSpc>
              <a:spcBef>
                <a:spcPts val="500"/>
              </a:spcBef>
              <a:spcAft>
                <a:spcPts val="0"/>
              </a:spcAft>
              <a:buSzPts val="900"/>
              <a:buChar char="?"/>
              <a:defRPr>
                <a:latin typeface="Open Sans"/>
                <a:ea typeface="Open Sans"/>
                <a:cs typeface="Open Sans"/>
                <a:sym typeface="Open Sans"/>
              </a:defRPr>
            </a:lvl4pPr>
            <a:lvl5pPr indent="-285750" lvl="4" marL="2286000" algn="l">
              <a:lnSpc>
                <a:spcPct val="100000"/>
              </a:lnSpc>
              <a:spcBef>
                <a:spcPts val="500"/>
              </a:spcBef>
              <a:spcAft>
                <a:spcPts val="0"/>
              </a:spcAft>
              <a:buSzPts val="900"/>
              <a:buChar char="?"/>
              <a:defRPr>
                <a:latin typeface="Open Sans"/>
                <a:ea typeface="Open Sans"/>
                <a:cs typeface="Open Sans"/>
                <a:sym typeface="Open Sans"/>
              </a:defRPr>
            </a:lvl5pPr>
            <a:lvl6pPr indent="-317500" lvl="5" marL="2743200" algn="l">
              <a:lnSpc>
                <a:spcPct val="100000"/>
              </a:lnSpc>
              <a:spcBef>
                <a:spcPts val="500"/>
              </a:spcBef>
              <a:spcAft>
                <a:spcPts val="0"/>
              </a:spcAft>
              <a:buSzPts val="1400"/>
              <a:buChar char="?"/>
              <a:defRPr/>
            </a:lvl6pPr>
            <a:lvl7pPr indent="-317500" lvl="6" marL="3200400" algn="l">
              <a:lnSpc>
                <a:spcPct val="100000"/>
              </a:lnSpc>
              <a:spcBef>
                <a:spcPts val="500"/>
              </a:spcBef>
              <a:spcAft>
                <a:spcPts val="0"/>
              </a:spcAft>
              <a:buSzPts val="1400"/>
              <a:buChar char="?"/>
              <a:defRPr/>
            </a:lvl7pPr>
            <a:lvl8pPr indent="-317500" lvl="7" marL="3657600" algn="l">
              <a:lnSpc>
                <a:spcPct val="100000"/>
              </a:lnSpc>
              <a:spcBef>
                <a:spcPts val="500"/>
              </a:spcBef>
              <a:spcAft>
                <a:spcPts val="0"/>
              </a:spcAft>
              <a:buSzPts val="1400"/>
              <a:buChar char="?"/>
              <a:defRPr/>
            </a:lvl8pPr>
            <a:lvl9pPr indent="-317500" lvl="8" marL="4114800" algn="l">
              <a:lnSpc>
                <a:spcPct val="100000"/>
              </a:lnSpc>
              <a:spcBef>
                <a:spcPts val="500"/>
              </a:spcBef>
              <a:spcAft>
                <a:spcPts val="500"/>
              </a:spcAft>
              <a:buSzPts val="1400"/>
              <a:buChar char="?"/>
              <a:defRPr/>
            </a:lvl9pPr>
          </a:lstStyle>
          <a:p/>
        </p:txBody>
      </p:sp>
      <p:sp>
        <p:nvSpPr>
          <p:cNvPr id="62" name="Google Shape;62;p10"/>
          <p:cNvSpPr txBox="1"/>
          <p:nvPr>
            <p:ph idx="2" type="body"/>
          </p:nvPr>
        </p:nvSpPr>
        <p:spPr>
          <a:xfrm>
            <a:off x="804863" y="1695553"/>
            <a:ext cx="2660700" cy="2700300"/>
          </a:xfrm>
          <a:prstGeom prst="rect">
            <a:avLst/>
          </a:prstGeom>
          <a:noFill/>
          <a:ln>
            <a:noFill/>
          </a:ln>
          <a:effectLst>
            <a:outerShdw blurRad="50800">
              <a:srgbClr val="000000">
                <a:alpha val="40000"/>
              </a:srgbClr>
            </a:outerShdw>
          </a:effectLst>
        </p:spPr>
        <p:txBody>
          <a:bodyPr anchorCtr="0" anchor="ctr" bIns="34275" lIns="68575" spcFirstLastPara="1" rIns="68575" wrap="square" tIns="34275">
            <a:normAutofit/>
          </a:bodyPr>
          <a:lstStyle>
            <a:lvl1pPr indent="-228600" lvl="0" marL="457200" algn="l">
              <a:lnSpc>
                <a:spcPct val="100000"/>
              </a:lnSpc>
              <a:spcBef>
                <a:spcPts val="200"/>
              </a:spcBef>
              <a:spcAft>
                <a:spcPts val="0"/>
              </a:spcAft>
              <a:buSzPts val="1100"/>
              <a:buNone/>
              <a:defRPr sz="1100">
                <a:latin typeface="Open Sans"/>
                <a:ea typeface="Open Sans"/>
                <a:cs typeface="Open Sans"/>
                <a:sym typeface="Open Sans"/>
              </a:defRPr>
            </a:lvl1pPr>
            <a:lvl2pPr indent="-228600" lvl="1" marL="914400" algn="l">
              <a:lnSpc>
                <a:spcPct val="100000"/>
              </a:lnSpc>
              <a:spcBef>
                <a:spcPts val="500"/>
              </a:spcBef>
              <a:spcAft>
                <a:spcPts val="0"/>
              </a:spcAft>
              <a:buSzPts val="900"/>
              <a:buNone/>
              <a:defRPr sz="900"/>
            </a:lvl2pPr>
            <a:lvl3pPr indent="-228600" lvl="2" marL="1371600" algn="l">
              <a:lnSpc>
                <a:spcPct val="100000"/>
              </a:lnSpc>
              <a:spcBef>
                <a:spcPts val="500"/>
              </a:spcBef>
              <a:spcAft>
                <a:spcPts val="0"/>
              </a:spcAft>
              <a:buSzPts val="800"/>
              <a:buNone/>
              <a:defRPr sz="800"/>
            </a:lvl3pPr>
            <a:lvl4pPr indent="-228600" lvl="3" marL="1828800" algn="l">
              <a:lnSpc>
                <a:spcPct val="100000"/>
              </a:lnSpc>
              <a:spcBef>
                <a:spcPts val="500"/>
              </a:spcBef>
              <a:spcAft>
                <a:spcPts val="0"/>
              </a:spcAft>
              <a:buSzPts val="700"/>
              <a:buNone/>
              <a:defRPr sz="700"/>
            </a:lvl4pPr>
            <a:lvl5pPr indent="-228600" lvl="4" marL="2286000" algn="l">
              <a:lnSpc>
                <a:spcPct val="100000"/>
              </a:lnSpc>
              <a:spcBef>
                <a:spcPts val="500"/>
              </a:spcBef>
              <a:spcAft>
                <a:spcPts val="0"/>
              </a:spcAft>
              <a:buSzPts val="700"/>
              <a:buNone/>
              <a:defRPr sz="700"/>
            </a:lvl5pPr>
            <a:lvl6pPr indent="-228600" lvl="5" marL="2743200" algn="l">
              <a:lnSpc>
                <a:spcPct val="100000"/>
              </a:lnSpc>
              <a:spcBef>
                <a:spcPts val="500"/>
              </a:spcBef>
              <a:spcAft>
                <a:spcPts val="0"/>
              </a:spcAft>
              <a:buSzPts val="700"/>
              <a:buNone/>
              <a:defRPr sz="700"/>
            </a:lvl6pPr>
            <a:lvl7pPr indent="-228600" lvl="6" marL="3200400" algn="l">
              <a:lnSpc>
                <a:spcPct val="100000"/>
              </a:lnSpc>
              <a:spcBef>
                <a:spcPts val="500"/>
              </a:spcBef>
              <a:spcAft>
                <a:spcPts val="0"/>
              </a:spcAft>
              <a:buSzPts val="700"/>
              <a:buNone/>
              <a:defRPr sz="700"/>
            </a:lvl7pPr>
            <a:lvl8pPr indent="-228600" lvl="7" marL="3657600" algn="l">
              <a:lnSpc>
                <a:spcPct val="100000"/>
              </a:lnSpc>
              <a:spcBef>
                <a:spcPts val="500"/>
              </a:spcBef>
              <a:spcAft>
                <a:spcPts val="0"/>
              </a:spcAft>
              <a:buSzPts val="700"/>
              <a:buNone/>
              <a:defRPr sz="700"/>
            </a:lvl8pPr>
            <a:lvl9pPr indent="-228600" lvl="8" marL="4114800" algn="l">
              <a:lnSpc>
                <a:spcPct val="100000"/>
              </a:lnSpc>
              <a:spcBef>
                <a:spcPts val="500"/>
              </a:spcBef>
              <a:spcAft>
                <a:spcPts val="500"/>
              </a:spcAft>
              <a:buSzPts val="700"/>
              <a:buNone/>
              <a:defRPr sz="7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m com Legenda" type="picTx">
  <p:cSld name="PICTURE_WITH_CAPTION_TEXT">
    <p:spTree>
      <p:nvGrpSpPr>
        <p:cNvPr id="63" name="Shape 63"/>
        <p:cNvGrpSpPr/>
        <p:nvPr/>
      </p:nvGrpSpPr>
      <p:grpSpPr>
        <a:xfrm>
          <a:off x="0" y="0"/>
          <a:ext cx="0" cy="0"/>
          <a:chOff x="0" y="0"/>
          <a:chExt cx="0" cy="0"/>
        </a:xfrm>
      </p:grpSpPr>
      <p:sp>
        <p:nvSpPr>
          <p:cNvPr id="64" name="Google Shape;64;p11"/>
          <p:cNvSpPr txBox="1"/>
          <p:nvPr>
            <p:ph type="title"/>
          </p:nvPr>
        </p:nvSpPr>
        <p:spPr>
          <a:xfrm>
            <a:off x="611046" y="545642"/>
            <a:ext cx="3639600" cy="1212900"/>
          </a:xfrm>
          <a:prstGeom prst="rect">
            <a:avLst/>
          </a:prstGeom>
          <a:noFill/>
          <a:ln>
            <a:noFill/>
          </a:ln>
          <a:effectLst>
            <a:outerShdw blurRad="50800">
              <a:srgbClr val="000000">
                <a:alpha val="60000"/>
              </a:srgbClr>
            </a:outerShdw>
          </a:effectLst>
        </p:spPr>
        <p:txBody>
          <a:bodyPr anchorCtr="0" anchor="b" bIns="34275" lIns="68575" spcFirstLastPara="1" rIns="68575" wrap="square" tIns="34275">
            <a:normAutofit/>
          </a:bodyPr>
          <a:lstStyle>
            <a:lvl1pPr lvl="0" algn="l">
              <a:lnSpc>
                <a:spcPct val="100000"/>
              </a:lnSpc>
              <a:spcBef>
                <a:spcPts val="0"/>
              </a:spcBef>
              <a:spcAft>
                <a:spcPts val="0"/>
              </a:spcAft>
              <a:buClr>
                <a:srgbClr val="FEFEFE"/>
              </a:buClr>
              <a:buSzPts val="1800"/>
              <a:buFont typeface="Open Sans"/>
              <a:buNone/>
              <a:defRPr b="0" sz="1800">
                <a:latin typeface="Open Sans"/>
                <a:ea typeface="Open Sans"/>
                <a:cs typeface="Open Sans"/>
                <a:sym typeface="Open Sans"/>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5" name="Google Shape;65;p11"/>
          <p:cNvSpPr/>
          <p:nvPr>
            <p:ph idx="2" type="pic"/>
          </p:nvPr>
        </p:nvSpPr>
        <p:spPr>
          <a:xfrm>
            <a:off x="4573588" y="0"/>
            <a:ext cx="4570500" cy="5143500"/>
          </a:xfrm>
          <a:prstGeom prst="rect">
            <a:avLst/>
          </a:prstGeom>
          <a:noFill/>
          <a:ln cap="flat" cmpd="sng" w="9525">
            <a:solidFill>
              <a:schemeClr val="lt2"/>
            </a:solidFill>
            <a:prstDash val="solid"/>
            <a:round/>
            <a:headEnd len="sm" w="sm" type="none"/>
            <a:tailEnd len="sm" w="sm" type="none"/>
          </a:ln>
          <a:effectLst>
            <a:outerShdw blurRad="50800">
              <a:srgbClr val="000000">
                <a:alpha val="40000"/>
              </a:srgbClr>
            </a:outerShdw>
          </a:effectLst>
        </p:spPr>
      </p:sp>
      <p:sp>
        <p:nvSpPr>
          <p:cNvPr id="66" name="Google Shape;66;p11"/>
          <p:cNvSpPr txBox="1"/>
          <p:nvPr>
            <p:ph idx="1" type="body"/>
          </p:nvPr>
        </p:nvSpPr>
        <p:spPr>
          <a:xfrm>
            <a:off x="611046" y="1758513"/>
            <a:ext cx="3639600" cy="2637300"/>
          </a:xfrm>
          <a:prstGeom prst="rect">
            <a:avLst/>
          </a:prstGeom>
          <a:noFill/>
          <a:ln>
            <a:noFill/>
          </a:ln>
          <a:effectLst>
            <a:outerShdw blurRad="50800">
              <a:srgbClr val="000000">
                <a:alpha val="40000"/>
              </a:srgbClr>
            </a:outerShdw>
          </a:effectLst>
        </p:spPr>
        <p:txBody>
          <a:bodyPr anchorCtr="0" anchor="t" bIns="34275" lIns="68575" spcFirstLastPara="1" rIns="68575" wrap="square" tIns="34275">
            <a:normAutofit/>
          </a:bodyPr>
          <a:lstStyle>
            <a:lvl1pPr indent="-228600" lvl="0" marL="457200" algn="l">
              <a:lnSpc>
                <a:spcPct val="100000"/>
              </a:lnSpc>
              <a:spcBef>
                <a:spcPts val="200"/>
              </a:spcBef>
              <a:spcAft>
                <a:spcPts val="0"/>
              </a:spcAft>
              <a:buSzPts val="900"/>
              <a:buNone/>
              <a:defRPr sz="900">
                <a:latin typeface="Open Sans"/>
                <a:ea typeface="Open Sans"/>
                <a:cs typeface="Open Sans"/>
                <a:sym typeface="Open Sans"/>
              </a:defRPr>
            </a:lvl1pPr>
            <a:lvl2pPr indent="-228600" lvl="1" marL="914400" algn="l">
              <a:lnSpc>
                <a:spcPct val="100000"/>
              </a:lnSpc>
              <a:spcBef>
                <a:spcPts val="500"/>
              </a:spcBef>
              <a:spcAft>
                <a:spcPts val="0"/>
              </a:spcAft>
              <a:buSzPts val="900"/>
              <a:buNone/>
              <a:defRPr sz="900"/>
            </a:lvl2pPr>
            <a:lvl3pPr indent="-228600" lvl="2" marL="1371600" algn="l">
              <a:lnSpc>
                <a:spcPct val="100000"/>
              </a:lnSpc>
              <a:spcBef>
                <a:spcPts val="500"/>
              </a:spcBef>
              <a:spcAft>
                <a:spcPts val="0"/>
              </a:spcAft>
              <a:buSzPts val="800"/>
              <a:buNone/>
              <a:defRPr sz="800"/>
            </a:lvl3pPr>
            <a:lvl4pPr indent="-228600" lvl="3" marL="1828800" algn="l">
              <a:lnSpc>
                <a:spcPct val="100000"/>
              </a:lnSpc>
              <a:spcBef>
                <a:spcPts val="500"/>
              </a:spcBef>
              <a:spcAft>
                <a:spcPts val="0"/>
              </a:spcAft>
              <a:buSzPts val="700"/>
              <a:buNone/>
              <a:defRPr sz="700"/>
            </a:lvl4pPr>
            <a:lvl5pPr indent="-228600" lvl="4" marL="2286000" algn="l">
              <a:lnSpc>
                <a:spcPct val="100000"/>
              </a:lnSpc>
              <a:spcBef>
                <a:spcPts val="500"/>
              </a:spcBef>
              <a:spcAft>
                <a:spcPts val="0"/>
              </a:spcAft>
              <a:buSzPts val="700"/>
              <a:buNone/>
              <a:defRPr sz="700"/>
            </a:lvl5pPr>
            <a:lvl6pPr indent="-228600" lvl="5" marL="2743200" algn="l">
              <a:lnSpc>
                <a:spcPct val="100000"/>
              </a:lnSpc>
              <a:spcBef>
                <a:spcPts val="500"/>
              </a:spcBef>
              <a:spcAft>
                <a:spcPts val="0"/>
              </a:spcAft>
              <a:buSzPts val="700"/>
              <a:buNone/>
              <a:defRPr sz="700"/>
            </a:lvl6pPr>
            <a:lvl7pPr indent="-228600" lvl="6" marL="3200400" algn="l">
              <a:lnSpc>
                <a:spcPct val="100000"/>
              </a:lnSpc>
              <a:spcBef>
                <a:spcPts val="500"/>
              </a:spcBef>
              <a:spcAft>
                <a:spcPts val="0"/>
              </a:spcAft>
              <a:buSzPts val="700"/>
              <a:buNone/>
              <a:defRPr sz="700"/>
            </a:lvl7pPr>
            <a:lvl8pPr indent="-228600" lvl="7" marL="3657600" algn="l">
              <a:lnSpc>
                <a:spcPct val="100000"/>
              </a:lnSpc>
              <a:spcBef>
                <a:spcPts val="500"/>
              </a:spcBef>
              <a:spcAft>
                <a:spcPts val="0"/>
              </a:spcAft>
              <a:buSzPts val="700"/>
              <a:buNone/>
              <a:defRPr sz="700"/>
            </a:lvl8pPr>
            <a:lvl9pPr indent="-228600" lvl="8" marL="4114800" algn="l">
              <a:lnSpc>
                <a:spcPct val="100000"/>
              </a:lnSpc>
              <a:spcBef>
                <a:spcPts val="500"/>
              </a:spcBef>
              <a:spcAft>
                <a:spcPts val="500"/>
              </a:spcAft>
              <a:buSzPts val="700"/>
              <a:buNone/>
              <a:defRPr sz="7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to Panorâmica com Legenda">
  <p:cSld name="Foto Panorâmica com Legenda">
    <p:spTree>
      <p:nvGrpSpPr>
        <p:cNvPr id="67" name="Shape 67"/>
        <p:cNvGrpSpPr/>
        <p:nvPr/>
      </p:nvGrpSpPr>
      <p:grpSpPr>
        <a:xfrm>
          <a:off x="0" y="0"/>
          <a:ext cx="0" cy="0"/>
          <a:chOff x="0" y="0"/>
          <a:chExt cx="0" cy="0"/>
        </a:xfrm>
      </p:grpSpPr>
      <p:sp>
        <p:nvSpPr>
          <p:cNvPr id="68" name="Google Shape;68;p12"/>
          <p:cNvSpPr txBox="1"/>
          <p:nvPr>
            <p:ph type="title"/>
          </p:nvPr>
        </p:nvSpPr>
        <p:spPr>
          <a:xfrm>
            <a:off x="607500" y="3600450"/>
            <a:ext cx="7921200" cy="425100"/>
          </a:xfrm>
          <a:prstGeom prst="rect">
            <a:avLst/>
          </a:prstGeom>
          <a:noFill/>
          <a:ln>
            <a:noFill/>
          </a:ln>
          <a:effectLst>
            <a:outerShdw blurRad="50800">
              <a:srgbClr val="000000">
                <a:alpha val="60000"/>
              </a:srgbClr>
            </a:outerShdw>
          </a:effectLst>
        </p:spPr>
        <p:txBody>
          <a:bodyPr anchorCtr="0" anchor="b" bIns="34275" lIns="68575" spcFirstLastPara="1" rIns="68575" wrap="square" tIns="34275">
            <a:normAutofit/>
          </a:bodyPr>
          <a:lstStyle>
            <a:lvl1pPr lvl="0" algn="l">
              <a:lnSpc>
                <a:spcPct val="100000"/>
              </a:lnSpc>
              <a:spcBef>
                <a:spcPts val="0"/>
              </a:spcBef>
              <a:spcAft>
                <a:spcPts val="0"/>
              </a:spcAft>
              <a:buClr>
                <a:srgbClr val="FEFEFE"/>
              </a:buClr>
              <a:buSzPts val="1800"/>
              <a:buFont typeface="Open Sans"/>
              <a:buNone/>
              <a:defRPr b="0" sz="1800">
                <a:latin typeface="Open Sans"/>
                <a:ea typeface="Open Sans"/>
                <a:cs typeface="Open Sans"/>
                <a:sym typeface="Open Sans"/>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9" name="Google Shape;69;p12"/>
          <p:cNvSpPr/>
          <p:nvPr>
            <p:ph idx="2" type="pic"/>
          </p:nvPr>
        </p:nvSpPr>
        <p:spPr>
          <a:xfrm>
            <a:off x="0" y="0"/>
            <a:ext cx="9144000" cy="3600600"/>
          </a:xfrm>
          <a:prstGeom prst="rect">
            <a:avLst/>
          </a:prstGeom>
          <a:noFill/>
          <a:ln cap="rnd" cmpd="sng" w="9525">
            <a:solidFill>
              <a:schemeClr val="lt2"/>
            </a:solidFill>
            <a:prstDash val="solid"/>
            <a:round/>
            <a:headEnd len="sm" w="sm" type="none"/>
            <a:tailEnd len="sm" w="sm" type="none"/>
          </a:ln>
          <a:effectLst>
            <a:outerShdw blurRad="50800">
              <a:srgbClr val="000000">
                <a:alpha val="40000"/>
              </a:srgbClr>
            </a:outerShdw>
          </a:effectLst>
        </p:spPr>
      </p:sp>
      <p:sp>
        <p:nvSpPr>
          <p:cNvPr id="70" name="Google Shape;70;p12"/>
          <p:cNvSpPr txBox="1"/>
          <p:nvPr>
            <p:ph idx="1" type="body"/>
          </p:nvPr>
        </p:nvSpPr>
        <p:spPr>
          <a:xfrm>
            <a:off x="607500" y="4025504"/>
            <a:ext cx="7921200" cy="370200"/>
          </a:xfrm>
          <a:prstGeom prst="rect">
            <a:avLst/>
          </a:prstGeom>
          <a:noFill/>
          <a:ln>
            <a:noFill/>
          </a:ln>
          <a:effectLst>
            <a:outerShdw blurRad="50800">
              <a:srgbClr val="000000">
                <a:alpha val="40000"/>
              </a:srgbClr>
            </a:outerShdw>
          </a:effectLst>
        </p:spPr>
        <p:txBody>
          <a:bodyPr anchorCtr="0" anchor="ctr" bIns="34275" lIns="68575" spcFirstLastPara="1" rIns="68575" wrap="square" tIns="34275">
            <a:normAutofit/>
          </a:bodyPr>
          <a:lstStyle>
            <a:lvl1pPr indent="-228600" lvl="0" marL="457200" algn="l">
              <a:lnSpc>
                <a:spcPct val="100000"/>
              </a:lnSpc>
              <a:spcBef>
                <a:spcPts val="200"/>
              </a:spcBef>
              <a:spcAft>
                <a:spcPts val="0"/>
              </a:spcAft>
              <a:buSzPts val="900"/>
              <a:buNone/>
              <a:defRPr sz="900">
                <a:latin typeface="Open Sans"/>
                <a:ea typeface="Open Sans"/>
                <a:cs typeface="Open Sans"/>
                <a:sym typeface="Open Sans"/>
              </a:defRPr>
            </a:lvl1pPr>
            <a:lvl2pPr indent="-228600" lvl="1" marL="914400" algn="l">
              <a:lnSpc>
                <a:spcPct val="100000"/>
              </a:lnSpc>
              <a:spcBef>
                <a:spcPts val="500"/>
              </a:spcBef>
              <a:spcAft>
                <a:spcPts val="0"/>
              </a:spcAft>
              <a:buSzPts val="900"/>
              <a:buNone/>
              <a:defRPr sz="900"/>
            </a:lvl2pPr>
            <a:lvl3pPr indent="-228600" lvl="2" marL="1371600" algn="l">
              <a:lnSpc>
                <a:spcPct val="100000"/>
              </a:lnSpc>
              <a:spcBef>
                <a:spcPts val="500"/>
              </a:spcBef>
              <a:spcAft>
                <a:spcPts val="0"/>
              </a:spcAft>
              <a:buSzPts val="800"/>
              <a:buNone/>
              <a:defRPr sz="800"/>
            </a:lvl3pPr>
            <a:lvl4pPr indent="-228600" lvl="3" marL="1828800" algn="l">
              <a:lnSpc>
                <a:spcPct val="100000"/>
              </a:lnSpc>
              <a:spcBef>
                <a:spcPts val="500"/>
              </a:spcBef>
              <a:spcAft>
                <a:spcPts val="0"/>
              </a:spcAft>
              <a:buSzPts val="700"/>
              <a:buNone/>
              <a:defRPr sz="700"/>
            </a:lvl4pPr>
            <a:lvl5pPr indent="-228600" lvl="4" marL="2286000" algn="l">
              <a:lnSpc>
                <a:spcPct val="100000"/>
              </a:lnSpc>
              <a:spcBef>
                <a:spcPts val="500"/>
              </a:spcBef>
              <a:spcAft>
                <a:spcPts val="0"/>
              </a:spcAft>
              <a:buSzPts val="700"/>
              <a:buNone/>
              <a:defRPr sz="700"/>
            </a:lvl5pPr>
            <a:lvl6pPr indent="-228600" lvl="5" marL="2743200" algn="l">
              <a:lnSpc>
                <a:spcPct val="100000"/>
              </a:lnSpc>
              <a:spcBef>
                <a:spcPts val="500"/>
              </a:spcBef>
              <a:spcAft>
                <a:spcPts val="0"/>
              </a:spcAft>
              <a:buSzPts val="700"/>
              <a:buNone/>
              <a:defRPr sz="700"/>
            </a:lvl6pPr>
            <a:lvl7pPr indent="-228600" lvl="6" marL="3200400" algn="l">
              <a:lnSpc>
                <a:spcPct val="100000"/>
              </a:lnSpc>
              <a:spcBef>
                <a:spcPts val="500"/>
              </a:spcBef>
              <a:spcAft>
                <a:spcPts val="0"/>
              </a:spcAft>
              <a:buSzPts val="700"/>
              <a:buNone/>
              <a:defRPr sz="700"/>
            </a:lvl7pPr>
            <a:lvl8pPr indent="-228600" lvl="7" marL="3657600" algn="l">
              <a:lnSpc>
                <a:spcPct val="100000"/>
              </a:lnSpc>
              <a:spcBef>
                <a:spcPts val="500"/>
              </a:spcBef>
              <a:spcAft>
                <a:spcPts val="0"/>
              </a:spcAft>
              <a:buSzPts val="700"/>
              <a:buNone/>
              <a:defRPr sz="700"/>
            </a:lvl8pPr>
            <a:lvl9pPr indent="-228600" lvl="8" marL="4114800" algn="l">
              <a:lnSpc>
                <a:spcPct val="100000"/>
              </a:lnSpc>
              <a:spcBef>
                <a:spcPts val="500"/>
              </a:spcBef>
              <a:spcAft>
                <a:spcPts val="500"/>
              </a:spcAft>
              <a:buSzPts val="700"/>
              <a:buNone/>
              <a:defRPr sz="7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itação com Legenda">
  <p:cSld name="Citação com Legenda">
    <p:spTree>
      <p:nvGrpSpPr>
        <p:cNvPr id="71" name="Shape 71"/>
        <p:cNvGrpSpPr/>
        <p:nvPr/>
      </p:nvGrpSpPr>
      <p:grpSpPr>
        <a:xfrm>
          <a:off x="0" y="0"/>
          <a:ext cx="0" cy="0"/>
          <a:chOff x="0" y="0"/>
          <a:chExt cx="0" cy="0"/>
        </a:xfrm>
      </p:grpSpPr>
      <p:sp>
        <p:nvSpPr>
          <p:cNvPr id="72" name="Google Shape;72;p13"/>
          <p:cNvSpPr/>
          <p:nvPr/>
        </p:nvSpPr>
        <p:spPr>
          <a:xfrm>
            <a:off x="473773" y="811092"/>
            <a:ext cx="4749309" cy="2429389"/>
          </a:xfrm>
          <a:custGeom>
            <a:rect b="b" l="l" r="r" t="t"/>
            <a:pathLst>
              <a:path extrusionOk="0" h="2308" w="3384">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blipFill rotWithShape="1">
            <a:blip r:embed="rId2">
              <a:alphaModFix/>
            </a:blip>
            <a:tile algn="tl" flip="none" tx="0" sx="99996" ty="0" sy="99996"/>
          </a:blipFill>
          <a:ln cap="rnd" cmpd="sng" w="9525">
            <a:solidFill>
              <a:schemeClr val="accent1"/>
            </a:solidFill>
            <a:prstDash val="solid"/>
            <a:round/>
            <a:headEnd len="sm" w="sm" type="none"/>
            <a:tailEnd len="sm" w="sm" type="none"/>
          </a:ln>
        </p:spPr>
      </p:sp>
      <p:sp>
        <p:nvSpPr>
          <p:cNvPr id="73" name="Google Shape;73;p13"/>
          <p:cNvSpPr txBox="1"/>
          <p:nvPr>
            <p:ph type="title"/>
          </p:nvPr>
        </p:nvSpPr>
        <p:spPr>
          <a:xfrm>
            <a:off x="638239" y="928876"/>
            <a:ext cx="4420500" cy="1984500"/>
          </a:xfrm>
          <a:prstGeom prst="rect">
            <a:avLst/>
          </a:prstGeom>
          <a:noFill/>
          <a:ln>
            <a:noFill/>
          </a:ln>
          <a:effectLst>
            <a:outerShdw blurRad="50800">
              <a:srgbClr val="000000">
                <a:alpha val="60000"/>
              </a:srgbClr>
            </a:outerShdw>
          </a:effectLst>
        </p:spPr>
        <p:txBody>
          <a:bodyPr anchorCtr="0" anchor="b" bIns="34275" lIns="68575" spcFirstLastPara="1" rIns="68575" wrap="square" tIns="34275">
            <a:noAutofit/>
          </a:bodyPr>
          <a:lstStyle>
            <a:lvl1pPr lvl="0" algn="l">
              <a:lnSpc>
                <a:spcPct val="100000"/>
              </a:lnSpc>
              <a:spcBef>
                <a:spcPts val="0"/>
              </a:spcBef>
              <a:spcAft>
                <a:spcPts val="0"/>
              </a:spcAft>
              <a:buClr>
                <a:srgbClr val="FEFEFE"/>
              </a:buClr>
              <a:buSzPts val="3200"/>
              <a:buFont typeface="Open Sans"/>
              <a:buNone/>
              <a:defRPr b="1" sz="3200" cap="none">
                <a:latin typeface="Open Sans"/>
                <a:ea typeface="Open Sans"/>
                <a:cs typeface="Open Sans"/>
                <a:sym typeface="Open Sans"/>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4" name="Google Shape;74;p13"/>
          <p:cNvSpPr txBox="1"/>
          <p:nvPr>
            <p:ph idx="1" type="body"/>
          </p:nvPr>
        </p:nvSpPr>
        <p:spPr>
          <a:xfrm>
            <a:off x="639900" y="3332730"/>
            <a:ext cx="4418700" cy="1608900"/>
          </a:xfrm>
          <a:prstGeom prst="rect">
            <a:avLst/>
          </a:prstGeom>
          <a:noFill/>
          <a:ln>
            <a:noFill/>
          </a:ln>
          <a:effectLst>
            <a:outerShdw blurRad="50800">
              <a:srgbClr val="000000">
                <a:alpha val="40000"/>
              </a:srgbClr>
            </a:outerShdw>
          </a:effectLst>
        </p:spPr>
        <p:txBody>
          <a:bodyPr anchorCtr="0" anchor="t" bIns="34275" lIns="68575" spcFirstLastPara="1" rIns="68575" wrap="square" tIns="34275">
            <a:noAutofit/>
          </a:bodyPr>
          <a:lstStyle>
            <a:lvl1pPr indent="-228600" lvl="0" marL="457200" algn="l">
              <a:lnSpc>
                <a:spcPct val="100000"/>
              </a:lnSpc>
              <a:spcBef>
                <a:spcPts val="300"/>
              </a:spcBef>
              <a:spcAft>
                <a:spcPts val="0"/>
              </a:spcAft>
              <a:buSzPts val="1400"/>
              <a:buNone/>
              <a:defRPr sz="1400">
                <a:solidFill>
                  <a:schemeClr val="lt1"/>
                </a:solidFill>
                <a:latin typeface="Open Sans"/>
                <a:ea typeface="Open Sans"/>
                <a:cs typeface="Open Sans"/>
                <a:sym typeface="Open Sans"/>
              </a:defRPr>
            </a:lvl1pPr>
            <a:lvl2pPr indent="-228600" lvl="1" marL="914400" algn="l">
              <a:lnSpc>
                <a:spcPct val="100000"/>
              </a:lnSpc>
              <a:spcBef>
                <a:spcPts val="500"/>
              </a:spcBef>
              <a:spcAft>
                <a:spcPts val="0"/>
              </a:spcAft>
              <a:buSzPts val="1400"/>
              <a:buNone/>
              <a:defRPr sz="1400">
                <a:solidFill>
                  <a:schemeClr val="lt1"/>
                </a:solidFill>
              </a:defRPr>
            </a:lvl2pPr>
            <a:lvl3pPr indent="-228600" lvl="2" marL="1371600" algn="l">
              <a:lnSpc>
                <a:spcPct val="100000"/>
              </a:lnSpc>
              <a:spcBef>
                <a:spcPts val="500"/>
              </a:spcBef>
              <a:spcAft>
                <a:spcPts val="0"/>
              </a:spcAft>
              <a:buSzPts val="1200"/>
              <a:buNone/>
              <a:defRPr sz="1200">
                <a:solidFill>
                  <a:schemeClr val="lt1"/>
                </a:solidFill>
              </a:defRPr>
            </a:lvl3pPr>
            <a:lvl4pPr indent="-228600" lvl="3" marL="1828800" algn="l">
              <a:lnSpc>
                <a:spcPct val="100000"/>
              </a:lnSpc>
              <a:spcBef>
                <a:spcPts val="500"/>
              </a:spcBef>
              <a:spcAft>
                <a:spcPts val="0"/>
              </a:spcAft>
              <a:buSzPts val="1100"/>
              <a:buNone/>
              <a:defRPr sz="1100">
                <a:solidFill>
                  <a:schemeClr val="lt1"/>
                </a:solidFill>
              </a:defRPr>
            </a:lvl4pPr>
            <a:lvl5pPr indent="-228600" lvl="4" marL="2286000" algn="l">
              <a:lnSpc>
                <a:spcPct val="100000"/>
              </a:lnSpc>
              <a:spcBef>
                <a:spcPts val="500"/>
              </a:spcBef>
              <a:spcAft>
                <a:spcPts val="0"/>
              </a:spcAft>
              <a:buSzPts val="1100"/>
              <a:buNone/>
              <a:defRPr sz="1100">
                <a:solidFill>
                  <a:schemeClr val="lt1"/>
                </a:solidFill>
              </a:defRPr>
            </a:lvl5pPr>
            <a:lvl6pPr indent="-228600" lvl="5" marL="2743200" algn="l">
              <a:lnSpc>
                <a:spcPct val="100000"/>
              </a:lnSpc>
              <a:spcBef>
                <a:spcPts val="500"/>
              </a:spcBef>
              <a:spcAft>
                <a:spcPts val="0"/>
              </a:spcAft>
              <a:buSzPts val="1100"/>
              <a:buNone/>
              <a:defRPr sz="1100">
                <a:solidFill>
                  <a:schemeClr val="lt1"/>
                </a:solidFill>
              </a:defRPr>
            </a:lvl6pPr>
            <a:lvl7pPr indent="-228600" lvl="6" marL="3200400" algn="l">
              <a:lnSpc>
                <a:spcPct val="100000"/>
              </a:lnSpc>
              <a:spcBef>
                <a:spcPts val="500"/>
              </a:spcBef>
              <a:spcAft>
                <a:spcPts val="0"/>
              </a:spcAft>
              <a:buSzPts val="1100"/>
              <a:buNone/>
              <a:defRPr sz="1100">
                <a:solidFill>
                  <a:schemeClr val="lt1"/>
                </a:solidFill>
              </a:defRPr>
            </a:lvl7pPr>
            <a:lvl8pPr indent="-228600" lvl="7" marL="3657600" algn="l">
              <a:lnSpc>
                <a:spcPct val="100000"/>
              </a:lnSpc>
              <a:spcBef>
                <a:spcPts val="500"/>
              </a:spcBef>
              <a:spcAft>
                <a:spcPts val="0"/>
              </a:spcAft>
              <a:buSzPts val="1100"/>
              <a:buNone/>
              <a:defRPr sz="1100">
                <a:solidFill>
                  <a:schemeClr val="lt1"/>
                </a:solidFill>
              </a:defRPr>
            </a:lvl8pPr>
            <a:lvl9pPr indent="-228600" lvl="8" marL="4114800" algn="l">
              <a:lnSpc>
                <a:spcPct val="100000"/>
              </a:lnSpc>
              <a:spcBef>
                <a:spcPts val="500"/>
              </a:spcBef>
              <a:spcAft>
                <a:spcPts val="500"/>
              </a:spcAft>
              <a:buSzPts val="1100"/>
              <a:buNone/>
              <a:defRPr sz="1100">
                <a:solidFill>
                  <a:schemeClr val="lt1"/>
                </a:solidFill>
              </a:defRPr>
            </a:lvl9pPr>
          </a:lstStyle>
          <a:p/>
        </p:txBody>
      </p:sp>
      <p:sp>
        <p:nvSpPr>
          <p:cNvPr id="75" name="Google Shape;75;p13"/>
          <p:cNvSpPr txBox="1"/>
          <p:nvPr>
            <p:ph idx="2" type="body"/>
          </p:nvPr>
        </p:nvSpPr>
        <p:spPr>
          <a:xfrm>
            <a:off x="5680982" y="811092"/>
            <a:ext cx="2857500" cy="3056700"/>
          </a:xfrm>
          <a:prstGeom prst="rect">
            <a:avLst/>
          </a:prstGeom>
          <a:noFill/>
          <a:ln>
            <a:noFill/>
          </a:ln>
          <a:effectLst>
            <a:outerShdw blurRad="50800">
              <a:srgbClr val="000000">
                <a:alpha val="40000"/>
              </a:srgbClr>
            </a:outerShdw>
          </a:effectLst>
        </p:spPr>
        <p:txBody>
          <a:bodyPr anchorCtr="0" anchor="t" bIns="34275" lIns="68575" spcFirstLastPara="1" rIns="68575" wrap="square" tIns="34275">
            <a:normAutofit/>
          </a:bodyPr>
          <a:lstStyle>
            <a:lvl1pPr indent="-228600" lvl="0" marL="457200" algn="l">
              <a:lnSpc>
                <a:spcPct val="100000"/>
              </a:lnSpc>
              <a:spcBef>
                <a:spcPts val="300"/>
              </a:spcBef>
              <a:spcAft>
                <a:spcPts val="0"/>
              </a:spcAft>
              <a:buSzPts val="1400"/>
              <a:buFont typeface="Open Sans"/>
              <a:buNone/>
              <a:defRPr>
                <a:latin typeface="Open Sans"/>
                <a:ea typeface="Open Sans"/>
                <a:cs typeface="Open Sans"/>
                <a:sym typeface="Open Sans"/>
              </a:defRPr>
            </a:lvl1pPr>
            <a:lvl2pPr indent="-317500" lvl="1" marL="914400" algn="l">
              <a:lnSpc>
                <a:spcPct val="100000"/>
              </a:lnSpc>
              <a:spcBef>
                <a:spcPts val="500"/>
              </a:spcBef>
              <a:spcAft>
                <a:spcPts val="0"/>
              </a:spcAft>
              <a:buSzPts val="1400"/>
              <a:buChar char="?"/>
              <a:defRPr/>
            </a:lvl2pPr>
            <a:lvl3pPr indent="-317500" lvl="2" marL="1371600" algn="l">
              <a:lnSpc>
                <a:spcPct val="100000"/>
              </a:lnSpc>
              <a:spcBef>
                <a:spcPts val="500"/>
              </a:spcBef>
              <a:spcAft>
                <a:spcPts val="0"/>
              </a:spcAft>
              <a:buSzPts val="1400"/>
              <a:buChar char="?"/>
              <a:defRPr/>
            </a:lvl3pPr>
            <a:lvl4pPr indent="-317500" lvl="3" marL="1828800" algn="l">
              <a:lnSpc>
                <a:spcPct val="100000"/>
              </a:lnSpc>
              <a:spcBef>
                <a:spcPts val="500"/>
              </a:spcBef>
              <a:spcAft>
                <a:spcPts val="0"/>
              </a:spcAft>
              <a:buSzPts val="1400"/>
              <a:buChar char="?"/>
              <a:defRPr/>
            </a:lvl4pPr>
            <a:lvl5pPr indent="-317500" lvl="4" marL="2286000" algn="l">
              <a:lnSpc>
                <a:spcPct val="100000"/>
              </a:lnSpc>
              <a:spcBef>
                <a:spcPts val="500"/>
              </a:spcBef>
              <a:spcAft>
                <a:spcPts val="0"/>
              </a:spcAft>
              <a:buSzPts val="1400"/>
              <a:buChar char="?"/>
              <a:defRPr/>
            </a:lvl5pPr>
            <a:lvl6pPr indent="-317500" lvl="5" marL="2743200" algn="l">
              <a:lnSpc>
                <a:spcPct val="100000"/>
              </a:lnSpc>
              <a:spcBef>
                <a:spcPts val="500"/>
              </a:spcBef>
              <a:spcAft>
                <a:spcPts val="0"/>
              </a:spcAft>
              <a:buSzPts val="1400"/>
              <a:buChar char="?"/>
              <a:defRPr/>
            </a:lvl6pPr>
            <a:lvl7pPr indent="-317500" lvl="6" marL="3200400" algn="l">
              <a:lnSpc>
                <a:spcPct val="100000"/>
              </a:lnSpc>
              <a:spcBef>
                <a:spcPts val="500"/>
              </a:spcBef>
              <a:spcAft>
                <a:spcPts val="0"/>
              </a:spcAft>
              <a:buSzPts val="1400"/>
              <a:buChar char="?"/>
              <a:defRPr/>
            </a:lvl7pPr>
            <a:lvl8pPr indent="-317500" lvl="7" marL="3657600" algn="l">
              <a:lnSpc>
                <a:spcPct val="100000"/>
              </a:lnSpc>
              <a:spcBef>
                <a:spcPts val="500"/>
              </a:spcBef>
              <a:spcAft>
                <a:spcPts val="0"/>
              </a:spcAft>
              <a:buSzPts val="1400"/>
              <a:buChar char="?"/>
              <a:defRPr/>
            </a:lvl8pPr>
            <a:lvl9pPr indent="-317500" lvl="8" marL="4114800" algn="l">
              <a:lnSpc>
                <a:spcPct val="100000"/>
              </a:lnSpc>
              <a:spcBef>
                <a:spcPts val="500"/>
              </a:spcBef>
              <a:spcAft>
                <a:spcPts val="500"/>
              </a:spcAft>
              <a:buSzPts val="14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rtão de Nome">
  <p:cSld name="Cartão de Nome">
    <p:spTree>
      <p:nvGrpSpPr>
        <p:cNvPr id="76" name="Shape 76"/>
        <p:cNvGrpSpPr/>
        <p:nvPr/>
      </p:nvGrpSpPr>
      <p:grpSpPr>
        <a:xfrm>
          <a:off x="0" y="0"/>
          <a:ext cx="0" cy="0"/>
          <a:chOff x="0" y="0"/>
          <a:chExt cx="0" cy="0"/>
        </a:xfrm>
      </p:grpSpPr>
      <p:sp>
        <p:nvSpPr>
          <p:cNvPr id="77" name="Google Shape;77;p14"/>
          <p:cNvSpPr/>
          <p:nvPr/>
        </p:nvSpPr>
        <p:spPr>
          <a:xfrm>
            <a:off x="855663" y="1714939"/>
            <a:ext cx="3671335" cy="1877979"/>
          </a:xfrm>
          <a:custGeom>
            <a:rect b="b" l="l" r="r" t="t"/>
            <a:pathLst>
              <a:path extrusionOk="0" h="2308" w="3384">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blipFill rotWithShape="1">
            <a:blip r:embed="rId2">
              <a:alphaModFix/>
            </a:blip>
            <a:tile algn="tl" flip="none" tx="0" sx="99996" ty="0" sy="99996"/>
          </a:blipFill>
          <a:ln cap="rnd" cmpd="sng" w="9525">
            <a:solidFill>
              <a:schemeClr val="accent1"/>
            </a:solidFill>
            <a:prstDash val="solid"/>
            <a:round/>
            <a:headEnd len="sm" w="sm" type="none"/>
            <a:tailEnd len="sm" w="sm" type="none"/>
          </a:ln>
        </p:spPr>
      </p:sp>
      <p:sp>
        <p:nvSpPr>
          <p:cNvPr id="78" name="Google Shape;78;p14"/>
          <p:cNvSpPr txBox="1"/>
          <p:nvPr>
            <p:ph type="title"/>
          </p:nvPr>
        </p:nvSpPr>
        <p:spPr>
          <a:xfrm>
            <a:off x="1017817" y="1826968"/>
            <a:ext cx="3286800" cy="1505700"/>
          </a:xfrm>
          <a:prstGeom prst="rect">
            <a:avLst/>
          </a:prstGeom>
          <a:noFill/>
          <a:ln>
            <a:noFill/>
          </a:ln>
          <a:effectLst>
            <a:outerShdw blurRad="50800">
              <a:srgbClr val="000000">
                <a:alpha val="60000"/>
              </a:srgbClr>
            </a:outerShdw>
          </a:effectLst>
        </p:spPr>
        <p:txBody>
          <a:bodyPr anchorCtr="0" anchor="b" bIns="34275" lIns="68575" spcFirstLastPara="1" rIns="68575" wrap="square" tIns="34275">
            <a:noAutofit/>
          </a:bodyPr>
          <a:lstStyle>
            <a:lvl1pPr lvl="0" algn="l">
              <a:lnSpc>
                <a:spcPct val="100000"/>
              </a:lnSpc>
              <a:spcBef>
                <a:spcPts val="0"/>
              </a:spcBef>
              <a:spcAft>
                <a:spcPts val="0"/>
              </a:spcAft>
              <a:buClr>
                <a:srgbClr val="FEFEFE"/>
              </a:buClr>
              <a:buSzPts val="2400"/>
              <a:buFont typeface="Open Sans"/>
              <a:buNone/>
              <a:defRPr sz="2400">
                <a:latin typeface="Open Sans"/>
                <a:ea typeface="Open Sans"/>
                <a:cs typeface="Open Sans"/>
                <a:sym typeface="Open Sans"/>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9" name="Google Shape;79;p14"/>
          <p:cNvSpPr txBox="1"/>
          <p:nvPr>
            <p:ph idx="1" type="body"/>
          </p:nvPr>
        </p:nvSpPr>
        <p:spPr>
          <a:xfrm>
            <a:off x="4617000" y="1714500"/>
            <a:ext cx="3660300" cy="1721700"/>
          </a:xfrm>
          <a:prstGeom prst="rect">
            <a:avLst/>
          </a:prstGeom>
          <a:noFill/>
          <a:ln>
            <a:noFill/>
          </a:ln>
          <a:effectLst>
            <a:outerShdw blurRad="50800">
              <a:srgbClr val="000000">
                <a:alpha val="40000"/>
              </a:srgbClr>
            </a:outerShdw>
          </a:effectLst>
        </p:spPr>
        <p:txBody>
          <a:bodyPr anchorCtr="0" anchor="t" bIns="34275" lIns="68575" spcFirstLastPara="1" rIns="68575" wrap="square" tIns="34275">
            <a:normAutofit/>
          </a:bodyPr>
          <a:lstStyle>
            <a:lvl1pPr indent="-228600" lvl="0" marL="457200" algn="l">
              <a:lnSpc>
                <a:spcPct val="100000"/>
              </a:lnSpc>
              <a:spcBef>
                <a:spcPts val="300"/>
              </a:spcBef>
              <a:spcAft>
                <a:spcPts val="0"/>
              </a:spcAft>
              <a:buSzPts val="1400"/>
              <a:buFont typeface="Open Sans"/>
              <a:buNone/>
              <a:defRPr>
                <a:latin typeface="Open Sans"/>
                <a:ea typeface="Open Sans"/>
                <a:cs typeface="Open Sans"/>
                <a:sym typeface="Open Sans"/>
              </a:defRPr>
            </a:lvl1pPr>
            <a:lvl2pPr indent="-317500" lvl="1" marL="914400" algn="l">
              <a:lnSpc>
                <a:spcPct val="100000"/>
              </a:lnSpc>
              <a:spcBef>
                <a:spcPts val="500"/>
              </a:spcBef>
              <a:spcAft>
                <a:spcPts val="0"/>
              </a:spcAft>
              <a:buSzPts val="1400"/>
              <a:buChar char="?"/>
              <a:defRPr/>
            </a:lvl2pPr>
            <a:lvl3pPr indent="-317500" lvl="2" marL="1371600" algn="l">
              <a:lnSpc>
                <a:spcPct val="100000"/>
              </a:lnSpc>
              <a:spcBef>
                <a:spcPts val="500"/>
              </a:spcBef>
              <a:spcAft>
                <a:spcPts val="0"/>
              </a:spcAft>
              <a:buSzPts val="1400"/>
              <a:buChar char="?"/>
              <a:defRPr/>
            </a:lvl3pPr>
            <a:lvl4pPr indent="-317500" lvl="3" marL="1828800" algn="l">
              <a:lnSpc>
                <a:spcPct val="100000"/>
              </a:lnSpc>
              <a:spcBef>
                <a:spcPts val="500"/>
              </a:spcBef>
              <a:spcAft>
                <a:spcPts val="0"/>
              </a:spcAft>
              <a:buSzPts val="1400"/>
              <a:buChar char="?"/>
              <a:defRPr/>
            </a:lvl4pPr>
            <a:lvl5pPr indent="-317500" lvl="4" marL="2286000" algn="l">
              <a:lnSpc>
                <a:spcPct val="100000"/>
              </a:lnSpc>
              <a:spcBef>
                <a:spcPts val="500"/>
              </a:spcBef>
              <a:spcAft>
                <a:spcPts val="0"/>
              </a:spcAft>
              <a:buSzPts val="1400"/>
              <a:buChar char="?"/>
              <a:defRPr/>
            </a:lvl5pPr>
            <a:lvl6pPr indent="-317500" lvl="5" marL="2743200" algn="l">
              <a:lnSpc>
                <a:spcPct val="100000"/>
              </a:lnSpc>
              <a:spcBef>
                <a:spcPts val="500"/>
              </a:spcBef>
              <a:spcAft>
                <a:spcPts val="0"/>
              </a:spcAft>
              <a:buSzPts val="1400"/>
              <a:buChar char="?"/>
              <a:defRPr/>
            </a:lvl6pPr>
            <a:lvl7pPr indent="-317500" lvl="6" marL="3200400" algn="l">
              <a:lnSpc>
                <a:spcPct val="100000"/>
              </a:lnSpc>
              <a:spcBef>
                <a:spcPts val="500"/>
              </a:spcBef>
              <a:spcAft>
                <a:spcPts val="0"/>
              </a:spcAft>
              <a:buSzPts val="1400"/>
              <a:buChar char="?"/>
              <a:defRPr/>
            </a:lvl7pPr>
            <a:lvl8pPr indent="-317500" lvl="7" marL="3657600" algn="l">
              <a:lnSpc>
                <a:spcPct val="100000"/>
              </a:lnSpc>
              <a:spcBef>
                <a:spcPts val="500"/>
              </a:spcBef>
              <a:spcAft>
                <a:spcPts val="0"/>
              </a:spcAft>
              <a:buSzPts val="1400"/>
              <a:buChar char="?"/>
              <a:defRPr/>
            </a:lvl8pPr>
            <a:lvl9pPr indent="-317500" lvl="8" marL="4114800" algn="l">
              <a:lnSpc>
                <a:spcPct val="100000"/>
              </a:lnSpc>
              <a:spcBef>
                <a:spcPts val="500"/>
              </a:spcBef>
              <a:spcAft>
                <a:spcPts val="500"/>
              </a:spcAft>
              <a:buSzPts val="1400"/>
              <a:buChar char="?"/>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Texto Vertical" type="vertTx">
  <p:cSld name="VERTICAL_TEXT">
    <p:spTree>
      <p:nvGrpSpPr>
        <p:cNvPr id="80" name="Shape 80"/>
        <p:cNvGrpSpPr/>
        <p:nvPr/>
      </p:nvGrpSpPr>
      <p:grpSpPr>
        <a:xfrm>
          <a:off x="0" y="0"/>
          <a:ext cx="0" cy="0"/>
          <a:chOff x="0" y="0"/>
          <a:chExt cx="0" cy="0"/>
        </a:xfrm>
      </p:grpSpPr>
      <p:sp>
        <p:nvSpPr>
          <p:cNvPr id="81" name="Google Shape;81;p15"/>
          <p:cNvSpPr/>
          <p:nvPr/>
        </p:nvSpPr>
        <p:spPr>
          <a:xfrm>
            <a:off x="0" y="0"/>
            <a:ext cx="9144000" cy="1639491"/>
          </a:xfrm>
          <a:custGeom>
            <a:rect b="b" l="l" r="r" t="t"/>
            <a:pathLst>
              <a:path extrusionOk="0" h="1377" w="5760">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blipFill rotWithShape="1">
            <a:blip r:embed="rId2">
              <a:alphaModFix/>
            </a:blip>
            <a:tile algn="tl" flip="none" tx="0" sx="99996" ty="0" sy="99996"/>
          </a:blipFill>
          <a:ln cap="rnd" cmpd="sng" w="9525">
            <a:solidFill>
              <a:schemeClr val="accent1"/>
            </a:solidFill>
            <a:prstDash val="solid"/>
            <a:round/>
            <a:headEnd len="sm" w="sm" type="none"/>
            <a:tailEnd len="sm" w="sm" type="none"/>
          </a:ln>
        </p:spPr>
      </p:sp>
      <p:sp>
        <p:nvSpPr>
          <p:cNvPr id="82" name="Google Shape;82;p15"/>
          <p:cNvSpPr txBox="1"/>
          <p:nvPr>
            <p:ph type="title"/>
          </p:nvPr>
        </p:nvSpPr>
        <p:spPr>
          <a:xfrm>
            <a:off x="607500" y="335391"/>
            <a:ext cx="7929000" cy="727800"/>
          </a:xfrm>
          <a:prstGeom prst="rect">
            <a:avLst/>
          </a:prstGeom>
          <a:noFill/>
          <a:ln>
            <a:noFill/>
          </a:ln>
          <a:effectLst>
            <a:outerShdw blurRad="50800">
              <a:srgbClr val="000000">
                <a:alpha val="60000"/>
              </a:srgbClr>
            </a:outerShdw>
          </a:effectLst>
        </p:spPr>
        <p:txBody>
          <a:bodyPr anchorCtr="0" anchor="b" bIns="34275" lIns="68575" spcFirstLastPara="1" rIns="68575" wrap="square" tIns="34275">
            <a:noAutofit/>
          </a:bodyPr>
          <a:lstStyle>
            <a:lvl1pPr lvl="0" algn="l">
              <a:lnSpc>
                <a:spcPct val="100000"/>
              </a:lnSpc>
              <a:spcBef>
                <a:spcPts val="0"/>
              </a:spcBef>
              <a:spcAft>
                <a:spcPts val="0"/>
              </a:spcAft>
              <a:buClr>
                <a:srgbClr val="FEFEFE"/>
              </a:buClr>
              <a:buSzPts val="3000"/>
              <a:buFont typeface="Open Sans"/>
              <a:buNone/>
              <a:defRPr>
                <a:latin typeface="Open Sans"/>
                <a:ea typeface="Open Sans"/>
                <a:cs typeface="Open Sans"/>
                <a:sym typeface="Open Sans"/>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3" name="Google Shape;83;p15"/>
          <p:cNvSpPr txBox="1"/>
          <p:nvPr>
            <p:ph idx="1" type="body"/>
          </p:nvPr>
        </p:nvSpPr>
        <p:spPr>
          <a:xfrm rot="5400000">
            <a:off x="3190864" y="-944999"/>
            <a:ext cx="2755800" cy="7922400"/>
          </a:xfrm>
          <a:prstGeom prst="rect">
            <a:avLst/>
          </a:prstGeom>
          <a:noFill/>
          <a:ln>
            <a:noFill/>
          </a:ln>
          <a:effectLst>
            <a:outerShdw blurRad="50800">
              <a:srgbClr val="000000">
                <a:alpha val="40000"/>
              </a:srgbClr>
            </a:outerShdw>
          </a:effectLst>
        </p:spPr>
        <p:txBody>
          <a:bodyPr anchorCtr="0" anchor="t" bIns="34275" lIns="68575" spcFirstLastPara="1" rIns="68575" wrap="square" tIns="34275">
            <a:normAutofit/>
          </a:bodyPr>
          <a:lstStyle>
            <a:lvl1pPr indent="-317500" lvl="0" marL="457200" algn="l">
              <a:lnSpc>
                <a:spcPct val="100000"/>
              </a:lnSpc>
              <a:spcBef>
                <a:spcPts val="300"/>
              </a:spcBef>
              <a:spcAft>
                <a:spcPts val="0"/>
              </a:spcAft>
              <a:buSzPts val="1400"/>
              <a:buChar char="?"/>
              <a:defRPr>
                <a:latin typeface="Open Sans"/>
                <a:ea typeface="Open Sans"/>
                <a:cs typeface="Open Sans"/>
                <a:sym typeface="Open Sans"/>
              </a:defRPr>
            </a:lvl1pPr>
            <a:lvl2pPr indent="-304800" lvl="1" marL="914400" algn="l">
              <a:lnSpc>
                <a:spcPct val="100000"/>
              </a:lnSpc>
              <a:spcBef>
                <a:spcPts val="500"/>
              </a:spcBef>
              <a:spcAft>
                <a:spcPts val="0"/>
              </a:spcAft>
              <a:buSzPts val="1200"/>
              <a:buChar char="?"/>
              <a:defRPr>
                <a:latin typeface="Open Sans"/>
                <a:ea typeface="Open Sans"/>
                <a:cs typeface="Open Sans"/>
                <a:sym typeface="Open Sans"/>
              </a:defRPr>
            </a:lvl2pPr>
            <a:lvl3pPr indent="-298450" lvl="2" marL="1371600" algn="l">
              <a:lnSpc>
                <a:spcPct val="100000"/>
              </a:lnSpc>
              <a:spcBef>
                <a:spcPts val="500"/>
              </a:spcBef>
              <a:spcAft>
                <a:spcPts val="0"/>
              </a:spcAft>
              <a:buSzPts val="1100"/>
              <a:buChar char="?"/>
              <a:defRPr>
                <a:latin typeface="Open Sans"/>
                <a:ea typeface="Open Sans"/>
                <a:cs typeface="Open Sans"/>
                <a:sym typeface="Open Sans"/>
              </a:defRPr>
            </a:lvl3pPr>
            <a:lvl4pPr indent="-285750" lvl="3" marL="1828800" algn="l">
              <a:lnSpc>
                <a:spcPct val="100000"/>
              </a:lnSpc>
              <a:spcBef>
                <a:spcPts val="500"/>
              </a:spcBef>
              <a:spcAft>
                <a:spcPts val="0"/>
              </a:spcAft>
              <a:buSzPts val="900"/>
              <a:buChar char="?"/>
              <a:defRPr>
                <a:latin typeface="Open Sans"/>
                <a:ea typeface="Open Sans"/>
                <a:cs typeface="Open Sans"/>
                <a:sym typeface="Open Sans"/>
              </a:defRPr>
            </a:lvl4pPr>
            <a:lvl5pPr indent="-285750" lvl="4" marL="2286000" algn="l">
              <a:lnSpc>
                <a:spcPct val="100000"/>
              </a:lnSpc>
              <a:spcBef>
                <a:spcPts val="500"/>
              </a:spcBef>
              <a:spcAft>
                <a:spcPts val="0"/>
              </a:spcAft>
              <a:buSzPts val="900"/>
              <a:buChar char="?"/>
              <a:defRPr>
                <a:latin typeface="Open Sans"/>
                <a:ea typeface="Open Sans"/>
                <a:cs typeface="Open Sans"/>
                <a:sym typeface="Open Sans"/>
              </a:defRPr>
            </a:lvl5pPr>
            <a:lvl6pPr indent="-317500" lvl="5" marL="2743200" algn="l">
              <a:lnSpc>
                <a:spcPct val="100000"/>
              </a:lnSpc>
              <a:spcBef>
                <a:spcPts val="500"/>
              </a:spcBef>
              <a:spcAft>
                <a:spcPts val="0"/>
              </a:spcAft>
              <a:buSzPts val="1400"/>
              <a:buChar char="?"/>
              <a:defRPr/>
            </a:lvl6pPr>
            <a:lvl7pPr indent="-317500" lvl="6" marL="3200400" algn="l">
              <a:lnSpc>
                <a:spcPct val="100000"/>
              </a:lnSpc>
              <a:spcBef>
                <a:spcPts val="500"/>
              </a:spcBef>
              <a:spcAft>
                <a:spcPts val="0"/>
              </a:spcAft>
              <a:buSzPts val="1400"/>
              <a:buChar char="?"/>
              <a:defRPr/>
            </a:lvl7pPr>
            <a:lvl8pPr indent="-317500" lvl="7" marL="3657600" algn="l">
              <a:lnSpc>
                <a:spcPct val="100000"/>
              </a:lnSpc>
              <a:spcBef>
                <a:spcPts val="500"/>
              </a:spcBef>
              <a:spcAft>
                <a:spcPts val="0"/>
              </a:spcAft>
              <a:buSzPts val="1400"/>
              <a:buChar char="?"/>
              <a:defRPr/>
            </a:lvl8pPr>
            <a:lvl9pPr indent="-317500" lvl="8" marL="4114800" algn="l">
              <a:lnSpc>
                <a:spcPct val="100000"/>
              </a:lnSpc>
              <a:spcBef>
                <a:spcPts val="500"/>
              </a:spcBef>
              <a:spcAft>
                <a:spcPts val="500"/>
              </a:spcAft>
              <a:buSzPts val="1400"/>
              <a:buChar char="?"/>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o e Título Vertical" type="vertTitleAndTx">
  <p:cSld name="VERTICAL_TITLE_AND_VERTICAL_TEXT">
    <p:spTree>
      <p:nvGrpSpPr>
        <p:cNvPr id="84" name="Shape 84"/>
        <p:cNvGrpSpPr/>
        <p:nvPr/>
      </p:nvGrpSpPr>
      <p:grpSpPr>
        <a:xfrm>
          <a:off x="0" y="0"/>
          <a:ext cx="0" cy="0"/>
          <a:chOff x="0" y="0"/>
          <a:chExt cx="0" cy="0"/>
        </a:xfrm>
      </p:grpSpPr>
      <p:sp>
        <p:nvSpPr>
          <p:cNvPr id="85" name="Google Shape;85;p16"/>
          <p:cNvSpPr/>
          <p:nvPr/>
        </p:nvSpPr>
        <p:spPr>
          <a:xfrm>
            <a:off x="5752238" y="334567"/>
            <a:ext cx="3391764" cy="4061221"/>
          </a:xfrm>
          <a:custGeom>
            <a:rect b="b" l="l" r="r" t="t"/>
            <a:pathLst>
              <a:path extrusionOk="0" h="4320" w="2879">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blipFill rotWithShape="1">
            <a:blip r:embed="rId2">
              <a:alphaModFix/>
            </a:blip>
            <a:tile algn="tl" flip="none" tx="0" sx="99996" ty="0" sy="99996"/>
          </a:blipFill>
          <a:ln cap="rnd" cmpd="sng" w="9525">
            <a:solidFill>
              <a:schemeClr val="accent1"/>
            </a:solidFill>
            <a:prstDash val="solid"/>
            <a:round/>
            <a:headEnd len="sm" w="sm" type="none"/>
            <a:tailEnd len="sm" w="sm" type="none"/>
          </a:ln>
        </p:spPr>
      </p:sp>
      <p:sp>
        <p:nvSpPr>
          <p:cNvPr id="86" name="Google Shape;86;p16"/>
          <p:cNvSpPr txBox="1"/>
          <p:nvPr>
            <p:ph type="title"/>
          </p:nvPr>
        </p:nvSpPr>
        <p:spPr>
          <a:xfrm rot="5400000">
            <a:off x="5147648" y="1429628"/>
            <a:ext cx="3851100" cy="1871100"/>
          </a:xfrm>
          <a:prstGeom prst="rect">
            <a:avLst/>
          </a:prstGeom>
          <a:noFill/>
          <a:ln>
            <a:noFill/>
          </a:ln>
          <a:effectLst>
            <a:outerShdw blurRad="50800">
              <a:srgbClr val="000000">
                <a:alpha val="60000"/>
              </a:srgbClr>
            </a:outerShdw>
          </a:effectLst>
        </p:spPr>
        <p:txBody>
          <a:bodyPr anchorCtr="0" anchor="b" bIns="34275" lIns="68575" spcFirstLastPara="1" rIns="68575" wrap="square" tIns="34275">
            <a:noAutofit/>
          </a:bodyPr>
          <a:lstStyle>
            <a:lvl1pPr lvl="0" algn="l">
              <a:lnSpc>
                <a:spcPct val="100000"/>
              </a:lnSpc>
              <a:spcBef>
                <a:spcPts val="0"/>
              </a:spcBef>
              <a:spcAft>
                <a:spcPts val="0"/>
              </a:spcAft>
              <a:buClr>
                <a:srgbClr val="FEFEFE"/>
              </a:buClr>
              <a:buSzPts val="3000"/>
              <a:buFont typeface="Open Sans"/>
              <a:buNone/>
              <a:defRPr>
                <a:latin typeface="Open Sans"/>
                <a:ea typeface="Open Sans"/>
                <a:cs typeface="Open Sans"/>
                <a:sym typeface="Open Sans"/>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7" name="Google Shape;87;p16"/>
          <p:cNvSpPr txBox="1"/>
          <p:nvPr>
            <p:ph idx="1" type="body"/>
          </p:nvPr>
        </p:nvSpPr>
        <p:spPr>
          <a:xfrm rot="5400000">
            <a:off x="1056256" y="-114233"/>
            <a:ext cx="4061100" cy="4958700"/>
          </a:xfrm>
          <a:prstGeom prst="rect">
            <a:avLst/>
          </a:prstGeom>
          <a:noFill/>
          <a:ln>
            <a:noFill/>
          </a:ln>
          <a:effectLst>
            <a:outerShdw blurRad="50800">
              <a:srgbClr val="000000">
                <a:alpha val="40000"/>
              </a:srgbClr>
            </a:outerShdw>
          </a:effectLst>
        </p:spPr>
        <p:txBody>
          <a:bodyPr anchorCtr="0" anchor="t" bIns="34275" lIns="68575" spcFirstLastPara="1" rIns="68575" wrap="square" tIns="34275">
            <a:normAutofit/>
          </a:bodyPr>
          <a:lstStyle>
            <a:lvl1pPr indent="-317500" lvl="0" marL="457200" algn="l">
              <a:lnSpc>
                <a:spcPct val="100000"/>
              </a:lnSpc>
              <a:spcBef>
                <a:spcPts val="300"/>
              </a:spcBef>
              <a:spcAft>
                <a:spcPts val="0"/>
              </a:spcAft>
              <a:buSzPts val="1400"/>
              <a:buChar char="?"/>
              <a:defRPr>
                <a:latin typeface="Open Sans"/>
                <a:ea typeface="Open Sans"/>
                <a:cs typeface="Open Sans"/>
                <a:sym typeface="Open Sans"/>
              </a:defRPr>
            </a:lvl1pPr>
            <a:lvl2pPr indent="-304800" lvl="1" marL="914400" algn="l">
              <a:lnSpc>
                <a:spcPct val="100000"/>
              </a:lnSpc>
              <a:spcBef>
                <a:spcPts val="500"/>
              </a:spcBef>
              <a:spcAft>
                <a:spcPts val="0"/>
              </a:spcAft>
              <a:buSzPts val="1200"/>
              <a:buChar char="?"/>
              <a:defRPr>
                <a:latin typeface="Open Sans"/>
                <a:ea typeface="Open Sans"/>
                <a:cs typeface="Open Sans"/>
                <a:sym typeface="Open Sans"/>
              </a:defRPr>
            </a:lvl2pPr>
            <a:lvl3pPr indent="-298450" lvl="2" marL="1371600" algn="l">
              <a:lnSpc>
                <a:spcPct val="100000"/>
              </a:lnSpc>
              <a:spcBef>
                <a:spcPts val="500"/>
              </a:spcBef>
              <a:spcAft>
                <a:spcPts val="0"/>
              </a:spcAft>
              <a:buSzPts val="1100"/>
              <a:buChar char="?"/>
              <a:defRPr>
                <a:latin typeface="Open Sans"/>
                <a:ea typeface="Open Sans"/>
                <a:cs typeface="Open Sans"/>
                <a:sym typeface="Open Sans"/>
              </a:defRPr>
            </a:lvl3pPr>
            <a:lvl4pPr indent="-285750" lvl="3" marL="1828800" algn="l">
              <a:lnSpc>
                <a:spcPct val="100000"/>
              </a:lnSpc>
              <a:spcBef>
                <a:spcPts val="500"/>
              </a:spcBef>
              <a:spcAft>
                <a:spcPts val="0"/>
              </a:spcAft>
              <a:buSzPts val="900"/>
              <a:buChar char="?"/>
              <a:defRPr>
                <a:latin typeface="Open Sans"/>
                <a:ea typeface="Open Sans"/>
                <a:cs typeface="Open Sans"/>
                <a:sym typeface="Open Sans"/>
              </a:defRPr>
            </a:lvl4pPr>
            <a:lvl5pPr indent="-285750" lvl="4" marL="2286000" algn="l">
              <a:lnSpc>
                <a:spcPct val="100000"/>
              </a:lnSpc>
              <a:spcBef>
                <a:spcPts val="500"/>
              </a:spcBef>
              <a:spcAft>
                <a:spcPts val="0"/>
              </a:spcAft>
              <a:buSzPts val="900"/>
              <a:buChar char="?"/>
              <a:defRPr>
                <a:latin typeface="Open Sans"/>
                <a:ea typeface="Open Sans"/>
                <a:cs typeface="Open Sans"/>
                <a:sym typeface="Open Sans"/>
              </a:defRPr>
            </a:lvl5pPr>
            <a:lvl6pPr indent="-317500" lvl="5" marL="2743200" algn="l">
              <a:lnSpc>
                <a:spcPct val="100000"/>
              </a:lnSpc>
              <a:spcBef>
                <a:spcPts val="500"/>
              </a:spcBef>
              <a:spcAft>
                <a:spcPts val="0"/>
              </a:spcAft>
              <a:buSzPts val="1400"/>
              <a:buChar char="?"/>
              <a:defRPr/>
            </a:lvl6pPr>
            <a:lvl7pPr indent="-317500" lvl="6" marL="3200400" algn="l">
              <a:lnSpc>
                <a:spcPct val="100000"/>
              </a:lnSpc>
              <a:spcBef>
                <a:spcPts val="500"/>
              </a:spcBef>
              <a:spcAft>
                <a:spcPts val="0"/>
              </a:spcAft>
              <a:buSzPts val="1400"/>
              <a:buChar char="?"/>
              <a:defRPr/>
            </a:lvl7pPr>
            <a:lvl8pPr indent="-317500" lvl="7" marL="3657600" algn="l">
              <a:lnSpc>
                <a:spcPct val="100000"/>
              </a:lnSpc>
              <a:spcBef>
                <a:spcPts val="500"/>
              </a:spcBef>
              <a:spcAft>
                <a:spcPts val="0"/>
              </a:spcAft>
              <a:buSzPts val="1400"/>
              <a:buChar char="?"/>
              <a:defRPr/>
            </a:lvl8pPr>
            <a:lvl9pPr indent="-317500" lvl="8" marL="4114800" algn="l">
              <a:lnSpc>
                <a:spcPct val="100000"/>
              </a:lnSpc>
              <a:spcBef>
                <a:spcPts val="500"/>
              </a:spcBef>
              <a:spcAft>
                <a:spcPts val="500"/>
              </a:spcAft>
              <a:buSzPts val="1400"/>
              <a:buChar char="?"/>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8" name="Shape 88"/>
        <p:cNvGrpSpPr/>
        <p:nvPr/>
      </p:nvGrpSpPr>
      <p:grpSpPr>
        <a:xfrm>
          <a:off x="0" y="0"/>
          <a:ext cx="0" cy="0"/>
          <a:chOff x="0" y="0"/>
          <a:chExt cx="0" cy="0"/>
        </a:xfrm>
      </p:grpSpPr>
      <p:sp>
        <p:nvSpPr>
          <p:cNvPr id="89" name="Google Shape;89;p17"/>
          <p:cNvSpPr txBox="1"/>
          <p:nvPr>
            <p:ph idx="1" type="body"/>
          </p:nvPr>
        </p:nvSpPr>
        <p:spPr>
          <a:xfrm>
            <a:off x="311700" y="4230575"/>
            <a:ext cx="5998800" cy="605100"/>
          </a:xfrm>
          <a:prstGeom prst="rect">
            <a:avLst/>
          </a:prstGeom>
          <a:noFill/>
          <a:ln>
            <a:noFill/>
          </a:ln>
          <a:effectLst>
            <a:outerShdw blurRad="50800">
              <a:srgbClr val="000000">
                <a:alpha val="40000"/>
              </a:srgbClr>
            </a:outerShdw>
          </a:effectLst>
        </p:spPr>
        <p:txBody>
          <a:bodyPr anchorCtr="0" anchor="ctr" bIns="34275" lIns="68575" spcFirstLastPara="1" rIns="68575" wrap="square" tIns="34275">
            <a:normAutofit/>
          </a:bodyPr>
          <a:lstStyle>
            <a:lvl1pPr indent="-228600" lvl="0" marL="457200" algn="l">
              <a:lnSpc>
                <a:spcPct val="100000"/>
              </a:lnSpc>
              <a:spcBef>
                <a:spcPts val="300"/>
              </a:spcBef>
              <a:spcAft>
                <a:spcPts val="0"/>
              </a:spcAft>
              <a:buSzPts val="1400"/>
              <a:buNone/>
              <a:defRPr/>
            </a:lvl1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0" name="Shape 90"/>
        <p:cNvGrpSpPr/>
        <p:nvPr/>
      </p:nvGrpSpPr>
      <p:grpSpPr>
        <a:xfrm>
          <a:off x="0" y="0"/>
          <a:ext cx="0" cy="0"/>
          <a:chOff x="0" y="0"/>
          <a:chExt cx="0" cy="0"/>
        </a:xfrm>
      </p:grpSpPr>
      <p:sp>
        <p:nvSpPr>
          <p:cNvPr id="91" name="Google Shape;91;p18"/>
          <p:cNvSpPr txBox="1"/>
          <p:nvPr>
            <p:ph type="title"/>
          </p:nvPr>
        </p:nvSpPr>
        <p:spPr>
          <a:xfrm>
            <a:off x="235500" y="140225"/>
            <a:ext cx="8520600" cy="572700"/>
          </a:xfrm>
          <a:prstGeom prst="rect">
            <a:avLst/>
          </a:prstGeom>
          <a:noFill/>
          <a:ln>
            <a:noFill/>
          </a:ln>
          <a:effectLst>
            <a:outerShdw blurRad="50800">
              <a:srgbClr val="000000">
                <a:alpha val="60000"/>
              </a:srgbClr>
            </a:outerShdw>
          </a:effectLst>
        </p:spPr>
        <p:txBody>
          <a:bodyPr anchorCtr="0" anchor="b" bIns="34275" lIns="68575" spcFirstLastPara="1" rIns="68575" wrap="square" tIns="3427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2" name="Google Shape;92;p18"/>
          <p:cNvSpPr txBox="1"/>
          <p:nvPr>
            <p:ph idx="1" type="body"/>
          </p:nvPr>
        </p:nvSpPr>
        <p:spPr>
          <a:xfrm>
            <a:off x="159300" y="923875"/>
            <a:ext cx="8821500" cy="3852600"/>
          </a:xfrm>
          <a:prstGeom prst="rect">
            <a:avLst/>
          </a:prstGeom>
          <a:noFill/>
          <a:ln>
            <a:noFill/>
          </a:ln>
          <a:effectLst>
            <a:outerShdw blurRad="50800">
              <a:srgbClr val="000000">
                <a:alpha val="40000"/>
              </a:srgbClr>
            </a:outerShdw>
          </a:effectLst>
        </p:spPr>
        <p:txBody>
          <a:bodyPr anchorCtr="0" anchor="t" bIns="34275" lIns="68575" spcFirstLastPara="1" rIns="68575" wrap="square" tIns="34275">
            <a:normAutofit/>
          </a:bodyPr>
          <a:lstStyle>
            <a:lvl1pPr indent="-361950" lvl="0" marL="457200" algn="l">
              <a:lnSpc>
                <a:spcPct val="100000"/>
              </a:lnSpc>
              <a:spcBef>
                <a:spcPts val="300"/>
              </a:spcBef>
              <a:spcAft>
                <a:spcPts val="0"/>
              </a:spcAft>
              <a:buSzPts val="2100"/>
              <a:buFont typeface="EB Garamond"/>
              <a:buChar char="●"/>
              <a:defRPr sz="2100">
                <a:latin typeface="EB Garamond"/>
                <a:ea typeface="EB Garamond"/>
                <a:cs typeface="EB Garamond"/>
                <a:sym typeface="EB Garamond"/>
              </a:defRPr>
            </a:lvl1pPr>
            <a:lvl2pPr indent="-349250" lvl="1" marL="914400" algn="l">
              <a:lnSpc>
                <a:spcPct val="100000"/>
              </a:lnSpc>
              <a:spcBef>
                <a:spcPts val="500"/>
              </a:spcBef>
              <a:spcAft>
                <a:spcPts val="0"/>
              </a:spcAft>
              <a:buSzPts val="1900"/>
              <a:buFont typeface="EB Garamond"/>
              <a:buChar char="○"/>
              <a:defRPr sz="1900">
                <a:latin typeface="EB Garamond"/>
                <a:ea typeface="EB Garamond"/>
                <a:cs typeface="EB Garamond"/>
                <a:sym typeface="EB Garamond"/>
              </a:defRPr>
            </a:lvl2pPr>
            <a:lvl3pPr indent="-342900" lvl="2" marL="1371600" algn="l">
              <a:lnSpc>
                <a:spcPct val="100000"/>
              </a:lnSpc>
              <a:spcBef>
                <a:spcPts val="500"/>
              </a:spcBef>
              <a:spcAft>
                <a:spcPts val="0"/>
              </a:spcAft>
              <a:buSzPts val="1800"/>
              <a:buFont typeface="EB Garamond"/>
              <a:buChar char="■"/>
              <a:defRPr sz="1800">
                <a:latin typeface="EB Garamond"/>
                <a:ea typeface="EB Garamond"/>
                <a:cs typeface="EB Garamond"/>
                <a:sym typeface="EB Garamond"/>
              </a:defRPr>
            </a:lvl3pPr>
            <a:lvl4pPr indent="-330200" lvl="3" marL="1828800" algn="l">
              <a:lnSpc>
                <a:spcPct val="100000"/>
              </a:lnSpc>
              <a:spcBef>
                <a:spcPts val="500"/>
              </a:spcBef>
              <a:spcAft>
                <a:spcPts val="0"/>
              </a:spcAft>
              <a:buSzPts val="1600"/>
              <a:buFont typeface="EB Garamond"/>
              <a:buChar char="●"/>
              <a:defRPr sz="1600">
                <a:latin typeface="EB Garamond"/>
                <a:ea typeface="EB Garamond"/>
                <a:cs typeface="EB Garamond"/>
                <a:sym typeface="EB Garamond"/>
              </a:defRPr>
            </a:lvl4pPr>
            <a:lvl5pPr indent="-330200" lvl="4" marL="2286000" algn="l">
              <a:lnSpc>
                <a:spcPct val="100000"/>
              </a:lnSpc>
              <a:spcBef>
                <a:spcPts val="500"/>
              </a:spcBef>
              <a:spcAft>
                <a:spcPts val="0"/>
              </a:spcAft>
              <a:buSzPts val="1600"/>
              <a:buFont typeface="EB Garamond"/>
              <a:buChar char="○"/>
              <a:defRPr sz="1600">
                <a:latin typeface="EB Garamond"/>
                <a:ea typeface="EB Garamond"/>
                <a:cs typeface="EB Garamond"/>
                <a:sym typeface="EB Garamond"/>
              </a:defRPr>
            </a:lvl5pPr>
            <a:lvl6pPr indent="-330200" lvl="5" marL="2743200" algn="l">
              <a:lnSpc>
                <a:spcPct val="100000"/>
              </a:lnSpc>
              <a:spcBef>
                <a:spcPts val="500"/>
              </a:spcBef>
              <a:spcAft>
                <a:spcPts val="0"/>
              </a:spcAft>
              <a:buSzPts val="1600"/>
              <a:buFont typeface="EB Garamond"/>
              <a:buChar char="■"/>
              <a:defRPr sz="1600">
                <a:latin typeface="EB Garamond"/>
                <a:ea typeface="EB Garamond"/>
                <a:cs typeface="EB Garamond"/>
                <a:sym typeface="EB Garamond"/>
              </a:defRPr>
            </a:lvl6pPr>
            <a:lvl7pPr indent="-330200" lvl="6" marL="3200400" algn="l">
              <a:lnSpc>
                <a:spcPct val="100000"/>
              </a:lnSpc>
              <a:spcBef>
                <a:spcPts val="500"/>
              </a:spcBef>
              <a:spcAft>
                <a:spcPts val="0"/>
              </a:spcAft>
              <a:buSzPts val="1600"/>
              <a:buFont typeface="EB Garamond"/>
              <a:buChar char="●"/>
              <a:defRPr sz="1600">
                <a:latin typeface="EB Garamond"/>
                <a:ea typeface="EB Garamond"/>
                <a:cs typeface="EB Garamond"/>
                <a:sym typeface="EB Garamond"/>
              </a:defRPr>
            </a:lvl7pPr>
            <a:lvl8pPr indent="-330200" lvl="7" marL="3657600" algn="l">
              <a:lnSpc>
                <a:spcPct val="100000"/>
              </a:lnSpc>
              <a:spcBef>
                <a:spcPts val="500"/>
              </a:spcBef>
              <a:spcAft>
                <a:spcPts val="0"/>
              </a:spcAft>
              <a:buSzPts val="1600"/>
              <a:buFont typeface="EB Garamond"/>
              <a:buChar char="○"/>
              <a:defRPr sz="1600">
                <a:latin typeface="EB Garamond"/>
                <a:ea typeface="EB Garamond"/>
                <a:cs typeface="EB Garamond"/>
                <a:sym typeface="EB Garamond"/>
              </a:defRPr>
            </a:lvl8pPr>
            <a:lvl9pPr indent="-330200" lvl="8" marL="4114800" algn="l">
              <a:lnSpc>
                <a:spcPct val="100000"/>
              </a:lnSpc>
              <a:spcBef>
                <a:spcPts val="500"/>
              </a:spcBef>
              <a:spcAft>
                <a:spcPts val="500"/>
              </a:spcAft>
              <a:buSzPts val="1600"/>
              <a:buFont typeface="EB Garamond"/>
              <a:buChar char="■"/>
              <a:defRPr sz="1600">
                <a:latin typeface="EB Garamond"/>
                <a:ea typeface="EB Garamond"/>
                <a:cs typeface="EB Garamond"/>
                <a:sym typeface="EB Garamond"/>
              </a:defRPr>
            </a:lvl9pPr>
          </a:lstStyle>
          <a:p/>
        </p:txBody>
      </p:sp>
      <p:sp>
        <p:nvSpPr>
          <p:cNvPr id="93" name="Google Shape;93;p18"/>
          <p:cNvSpPr/>
          <p:nvPr/>
        </p:nvSpPr>
        <p:spPr>
          <a:xfrm>
            <a:off x="0" y="5013150"/>
            <a:ext cx="9144000" cy="130200"/>
          </a:xfrm>
          <a:prstGeom prst="rect">
            <a:avLst/>
          </a:prstGeom>
          <a:solidFill>
            <a:srgbClr val="359E4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entury Gothic"/>
              <a:ea typeface="Century Gothic"/>
              <a:cs typeface="Century Gothic"/>
              <a:sym typeface="Century Gothic"/>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94" name="Shape 94"/>
        <p:cNvGrpSpPr/>
        <p:nvPr/>
      </p:nvGrpSpPr>
      <p:grpSpPr>
        <a:xfrm>
          <a:off x="0" y="0"/>
          <a:ext cx="0" cy="0"/>
          <a:chOff x="0" y="0"/>
          <a:chExt cx="0" cy="0"/>
        </a:xfrm>
      </p:grpSpPr>
      <p:sp>
        <p:nvSpPr>
          <p:cNvPr id="95" name="Google Shape;95;p19"/>
          <p:cNvSpPr txBox="1"/>
          <p:nvPr>
            <p:ph type="title"/>
          </p:nvPr>
        </p:nvSpPr>
        <p:spPr>
          <a:xfrm>
            <a:off x="311700" y="555600"/>
            <a:ext cx="2808000" cy="755700"/>
          </a:xfrm>
          <a:prstGeom prst="rect">
            <a:avLst/>
          </a:prstGeom>
          <a:noFill/>
          <a:ln>
            <a:noFill/>
          </a:ln>
          <a:effectLst>
            <a:outerShdw blurRad="50800">
              <a:srgbClr val="000000">
                <a:alpha val="60000"/>
              </a:srgbClr>
            </a:outerShdw>
          </a:effectLst>
        </p:spPr>
        <p:txBody>
          <a:bodyPr anchorCtr="0" anchor="b" bIns="34275" lIns="68575" spcFirstLastPara="1" rIns="68575" wrap="square" tIns="3427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96" name="Google Shape;96;p19"/>
          <p:cNvSpPr txBox="1"/>
          <p:nvPr>
            <p:ph idx="1" type="body"/>
          </p:nvPr>
        </p:nvSpPr>
        <p:spPr>
          <a:xfrm>
            <a:off x="311700" y="1389600"/>
            <a:ext cx="2808000" cy="3179400"/>
          </a:xfrm>
          <a:prstGeom prst="rect">
            <a:avLst/>
          </a:prstGeom>
          <a:noFill/>
          <a:ln>
            <a:noFill/>
          </a:ln>
          <a:effectLst>
            <a:outerShdw blurRad="50800">
              <a:srgbClr val="000000">
                <a:alpha val="40000"/>
              </a:srgbClr>
            </a:outerShdw>
          </a:effectLst>
        </p:spPr>
        <p:txBody>
          <a:bodyPr anchorCtr="0" anchor="ctr" bIns="34275" lIns="68575" spcFirstLastPara="1" rIns="68575" wrap="square" tIns="34275">
            <a:normAutofit/>
          </a:bodyPr>
          <a:lstStyle>
            <a:lvl1pPr indent="-304800" lvl="0" marL="457200" algn="l">
              <a:lnSpc>
                <a:spcPct val="100000"/>
              </a:lnSpc>
              <a:spcBef>
                <a:spcPts val="300"/>
              </a:spcBef>
              <a:spcAft>
                <a:spcPts val="0"/>
              </a:spcAft>
              <a:buSzPts val="1200"/>
              <a:buChar char="?"/>
              <a:defRPr sz="1200"/>
            </a:lvl1pPr>
            <a:lvl2pPr indent="-304800" lvl="1" marL="914400" algn="l">
              <a:lnSpc>
                <a:spcPct val="100000"/>
              </a:lnSpc>
              <a:spcBef>
                <a:spcPts val="500"/>
              </a:spcBef>
              <a:spcAft>
                <a:spcPts val="0"/>
              </a:spcAft>
              <a:buSzPts val="1200"/>
              <a:buChar char="?"/>
              <a:defRPr sz="1200"/>
            </a:lvl2pPr>
            <a:lvl3pPr indent="-304800" lvl="2" marL="1371600" algn="l">
              <a:lnSpc>
                <a:spcPct val="100000"/>
              </a:lnSpc>
              <a:spcBef>
                <a:spcPts val="500"/>
              </a:spcBef>
              <a:spcAft>
                <a:spcPts val="0"/>
              </a:spcAft>
              <a:buSzPts val="1200"/>
              <a:buChar char="?"/>
              <a:defRPr sz="1200"/>
            </a:lvl3pPr>
            <a:lvl4pPr indent="-304800" lvl="3" marL="1828800" algn="l">
              <a:lnSpc>
                <a:spcPct val="100000"/>
              </a:lnSpc>
              <a:spcBef>
                <a:spcPts val="500"/>
              </a:spcBef>
              <a:spcAft>
                <a:spcPts val="0"/>
              </a:spcAft>
              <a:buSzPts val="1200"/>
              <a:buChar char="?"/>
              <a:defRPr sz="1200"/>
            </a:lvl4pPr>
            <a:lvl5pPr indent="-304800" lvl="4" marL="2286000" algn="l">
              <a:lnSpc>
                <a:spcPct val="100000"/>
              </a:lnSpc>
              <a:spcBef>
                <a:spcPts val="500"/>
              </a:spcBef>
              <a:spcAft>
                <a:spcPts val="0"/>
              </a:spcAft>
              <a:buSzPts val="1200"/>
              <a:buChar char="?"/>
              <a:defRPr sz="1200"/>
            </a:lvl5pPr>
            <a:lvl6pPr indent="-304800" lvl="5" marL="2743200" algn="l">
              <a:lnSpc>
                <a:spcPct val="100000"/>
              </a:lnSpc>
              <a:spcBef>
                <a:spcPts val="500"/>
              </a:spcBef>
              <a:spcAft>
                <a:spcPts val="0"/>
              </a:spcAft>
              <a:buSzPts val="1200"/>
              <a:buChar char="?"/>
              <a:defRPr sz="1200"/>
            </a:lvl6pPr>
            <a:lvl7pPr indent="-304800" lvl="6" marL="3200400" algn="l">
              <a:lnSpc>
                <a:spcPct val="100000"/>
              </a:lnSpc>
              <a:spcBef>
                <a:spcPts val="500"/>
              </a:spcBef>
              <a:spcAft>
                <a:spcPts val="0"/>
              </a:spcAft>
              <a:buSzPts val="1200"/>
              <a:buChar char="?"/>
              <a:defRPr sz="1200"/>
            </a:lvl7pPr>
            <a:lvl8pPr indent="-304800" lvl="7" marL="3657600" algn="l">
              <a:lnSpc>
                <a:spcPct val="100000"/>
              </a:lnSpc>
              <a:spcBef>
                <a:spcPts val="500"/>
              </a:spcBef>
              <a:spcAft>
                <a:spcPts val="0"/>
              </a:spcAft>
              <a:buSzPts val="1200"/>
              <a:buChar char="?"/>
              <a:defRPr sz="1200"/>
            </a:lvl8pPr>
            <a:lvl9pPr indent="-304800" lvl="8" marL="4114800" algn="l">
              <a:lnSpc>
                <a:spcPct val="100000"/>
              </a:lnSpc>
              <a:spcBef>
                <a:spcPts val="500"/>
              </a:spcBef>
              <a:spcAft>
                <a:spcPts val="500"/>
              </a:spcAft>
              <a:buSzPts val="1200"/>
              <a:buChar char="?"/>
              <a:defRPr sz="1200"/>
            </a:lvl9pPr>
          </a:lstStyle>
          <a:p/>
        </p:txBody>
      </p:sp>
      <p:sp>
        <p:nvSpPr>
          <p:cNvPr id="97" name="Google Shape;97;p19"/>
          <p:cNvSpPr txBox="1"/>
          <p:nvPr>
            <p:ph idx="12" type="sldNum"/>
          </p:nvPr>
        </p:nvSpPr>
        <p:spPr>
          <a:xfrm>
            <a:off x="8472458" y="4663217"/>
            <a:ext cx="548700" cy="393600"/>
          </a:xfrm>
          <a:prstGeom prst="rect">
            <a:avLst/>
          </a:prstGeom>
          <a:noFill/>
          <a:ln>
            <a:noFill/>
          </a:ln>
        </p:spPr>
        <p:txBody>
          <a:bodyPr anchorCtr="0" anchor="b" bIns="8100" lIns="68575" spcFirstLastPara="1" rIns="68575" wrap="square" tIns="34275">
            <a:noAutofit/>
          </a:bodyPr>
          <a:lstStyle>
            <a:lvl1pPr indent="0" lvl="0" marL="0" marR="0" algn="r">
              <a:lnSpc>
                <a:spcPct val="100000"/>
              </a:lnSpc>
              <a:spcBef>
                <a:spcPts val="0"/>
              </a:spcBef>
              <a:spcAft>
                <a:spcPts val="0"/>
              </a:spcAft>
              <a:buClr>
                <a:srgbClr val="000000"/>
              </a:buClr>
              <a:buSzPts val="1500"/>
              <a:buFont typeface="Arial"/>
              <a:buNone/>
              <a:defRPr b="0" i="0" sz="1500" u="none" cap="none" strike="noStrike">
                <a:solidFill>
                  <a:schemeClr val="accen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500"/>
              <a:buFont typeface="Arial"/>
              <a:buNone/>
              <a:defRPr b="0" i="0" sz="1500" u="none" cap="none" strike="noStrike">
                <a:solidFill>
                  <a:schemeClr val="accen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500"/>
              <a:buFont typeface="Arial"/>
              <a:buNone/>
              <a:defRPr b="0" i="0" sz="1500" u="none" cap="none" strike="noStrike">
                <a:solidFill>
                  <a:schemeClr val="accen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500"/>
              <a:buFont typeface="Arial"/>
              <a:buNone/>
              <a:defRPr b="0" i="0" sz="1500" u="none" cap="none" strike="noStrike">
                <a:solidFill>
                  <a:schemeClr val="accen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500"/>
              <a:buFont typeface="Arial"/>
              <a:buNone/>
              <a:defRPr b="0" i="0" sz="1500" u="none" cap="none" strike="noStrike">
                <a:solidFill>
                  <a:schemeClr val="accen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500"/>
              <a:buFont typeface="Arial"/>
              <a:buNone/>
              <a:defRPr b="0" i="0" sz="1500" u="none" cap="none" strike="noStrike">
                <a:solidFill>
                  <a:schemeClr val="accen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500"/>
              <a:buFont typeface="Arial"/>
              <a:buNone/>
              <a:defRPr b="0" i="0" sz="1500" u="none" cap="none" strike="noStrike">
                <a:solidFill>
                  <a:schemeClr val="accen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500"/>
              <a:buFont typeface="Arial"/>
              <a:buNone/>
              <a:defRPr b="0" i="0" sz="1500" u="none" cap="none" strike="noStrike">
                <a:solidFill>
                  <a:schemeClr val="accen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500"/>
              <a:buFont typeface="Arial"/>
              <a:buNone/>
              <a:defRPr b="0" i="0" sz="1500" u="none" cap="none" strike="noStrike">
                <a:solidFill>
                  <a:schemeClr val="accen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p:cSld name="Custom">
    <p:spTree>
      <p:nvGrpSpPr>
        <p:cNvPr id="98" name="Shape 98"/>
        <p:cNvGrpSpPr/>
        <p:nvPr/>
      </p:nvGrpSpPr>
      <p:grpSpPr>
        <a:xfrm>
          <a:off x="0" y="0"/>
          <a:ext cx="0" cy="0"/>
          <a:chOff x="0" y="0"/>
          <a:chExt cx="0" cy="0"/>
        </a:xfrm>
      </p:grpSpPr>
      <p:sp>
        <p:nvSpPr>
          <p:cNvPr id="99" name="Google Shape;99;p20"/>
          <p:cNvSpPr/>
          <p:nvPr/>
        </p:nvSpPr>
        <p:spPr>
          <a:xfrm>
            <a:off x="0" y="5013150"/>
            <a:ext cx="9144000" cy="130200"/>
          </a:xfrm>
          <a:prstGeom prst="rect">
            <a:avLst/>
          </a:prstGeom>
          <a:solidFill>
            <a:srgbClr val="359E4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entury Gothic"/>
              <a:ea typeface="Century Gothic"/>
              <a:cs typeface="Century Gothic"/>
              <a:sym typeface="Century Gothic"/>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607500" y="335391"/>
            <a:ext cx="7929000" cy="727800"/>
          </a:xfrm>
          <a:prstGeom prst="rect">
            <a:avLst/>
          </a:prstGeom>
          <a:noFill/>
          <a:ln>
            <a:noFill/>
          </a:ln>
          <a:effectLst>
            <a:outerShdw blurRad="50800">
              <a:srgbClr val="000000">
                <a:alpha val="60000"/>
              </a:srgbClr>
            </a:outerShdw>
          </a:effectLst>
        </p:spPr>
        <p:txBody>
          <a:bodyPr anchorCtr="0" anchor="b" bIns="34275" lIns="68575" spcFirstLastPara="1" rIns="68575" wrap="square" tIns="34275">
            <a:noAutofit/>
          </a:bodyPr>
          <a:lstStyle>
            <a:lvl1pPr lvl="0" marR="0" rtl="0" algn="l">
              <a:lnSpc>
                <a:spcPct val="100000"/>
              </a:lnSpc>
              <a:spcBef>
                <a:spcPts val="0"/>
              </a:spcBef>
              <a:spcAft>
                <a:spcPts val="0"/>
              </a:spcAft>
              <a:buClr>
                <a:srgbClr val="FEFEFE"/>
              </a:buClr>
              <a:buSzPts val="3000"/>
              <a:buFont typeface="Century Gothic"/>
              <a:buNone/>
              <a:defRPr b="1" i="0" sz="3000" u="none" cap="none" strike="noStrike">
                <a:solidFill>
                  <a:srgbClr val="FEFEFE"/>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lt2"/>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lt2"/>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lt2"/>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lt2"/>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lt2"/>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lt2"/>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lt2"/>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lt2"/>
                </a:solidFill>
                <a:latin typeface="Arial"/>
                <a:ea typeface="Arial"/>
                <a:cs typeface="Arial"/>
                <a:sym typeface="Arial"/>
              </a:defRPr>
            </a:lvl9pPr>
          </a:lstStyle>
          <a:p/>
        </p:txBody>
      </p:sp>
      <p:sp>
        <p:nvSpPr>
          <p:cNvPr id="7" name="Google Shape;7;p1"/>
          <p:cNvSpPr txBox="1"/>
          <p:nvPr>
            <p:ph idx="1" type="body"/>
          </p:nvPr>
        </p:nvSpPr>
        <p:spPr>
          <a:xfrm>
            <a:off x="607500" y="1638301"/>
            <a:ext cx="7922400" cy="2755800"/>
          </a:xfrm>
          <a:prstGeom prst="rect">
            <a:avLst/>
          </a:prstGeom>
          <a:noFill/>
          <a:ln>
            <a:noFill/>
          </a:ln>
          <a:effectLst>
            <a:outerShdw blurRad="50800">
              <a:srgbClr val="000000">
                <a:alpha val="40000"/>
              </a:srgbClr>
            </a:outerShdw>
          </a:effectLst>
        </p:spPr>
        <p:txBody>
          <a:bodyPr anchorCtr="0" anchor="ctr" bIns="34275" lIns="68575" spcFirstLastPara="1" rIns="68575" wrap="square" tIns="34275">
            <a:normAutofit/>
          </a:bodyPr>
          <a:lstStyle>
            <a:lvl1pPr indent="-317500" lvl="0" marL="457200" marR="0" rtl="0" algn="l">
              <a:lnSpc>
                <a:spcPct val="100000"/>
              </a:lnSpc>
              <a:spcBef>
                <a:spcPts val="300"/>
              </a:spcBef>
              <a:spcAft>
                <a:spcPts val="0"/>
              </a:spcAft>
              <a:buClr>
                <a:schemeClr val="accent1"/>
              </a:buClr>
              <a:buSzPts val="1400"/>
              <a:buFont typeface="Noto Sans Symbols"/>
              <a:buChar char="🞆"/>
              <a:defRPr b="0" i="0" sz="1400" u="none" cap="none" strike="noStrike">
                <a:solidFill>
                  <a:schemeClr val="lt1"/>
                </a:solidFill>
                <a:latin typeface="Century Gothic"/>
                <a:ea typeface="Century Gothic"/>
                <a:cs typeface="Century Gothic"/>
                <a:sym typeface="Century Gothic"/>
              </a:defRPr>
            </a:lvl1pPr>
            <a:lvl2pPr indent="-304800" lvl="1" marL="914400" marR="0" rtl="0" algn="l">
              <a:lnSpc>
                <a:spcPct val="100000"/>
              </a:lnSpc>
              <a:spcBef>
                <a:spcPts val="500"/>
              </a:spcBef>
              <a:spcAft>
                <a:spcPts val="0"/>
              </a:spcAft>
              <a:buClr>
                <a:schemeClr val="accent1"/>
              </a:buClr>
              <a:buSzPts val="1200"/>
              <a:buFont typeface="Noto Sans Symbols"/>
              <a:buChar char="🞆"/>
              <a:defRPr b="0" i="0" sz="1200" u="none" cap="none" strike="noStrike">
                <a:solidFill>
                  <a:schemeClr val="lt1"/>
                </a:solidFill>
                <a:latin typeface="Century Gothic"/>
                <a:ea typeface="Century Gothic"/>
                <a:cs typeface="Century Gothic"/>
                <a:sym typeface="Century Gothic"/>
              </a:defRPr>
            </a:lvl2pPr>
            <a:lvl3pPr indent="-298450" lvl="2" marL="1371600" marR="0" rtl="0" algn="l">
              <a:lnSpc>
                <a:spcPct val="100000"/>
              </a:lnSpc>
              <a:spcBef>
                <a:spcPts val="500"/>
              </a:spcBef>
              <a:spcAft>
                <a:spcPts val="0"/>
              </a:spcAft>
              <a:buClr>
                <a:schemeClr val="accent1"/>
              </a:buClr>
              <a:buSzPts val="1100"/>
              <a:buFont typeface="Noto Sans Symbols"/>
              <a:buChar char="🞆"/>
              <a:defRPr b="0" i="0" sz="1100" u="none" cap="none" strike="noStrike">
                <a:solidFill>
                  <a:schemeClr val="lt1"/>
                </a:solidFill>
                <a:latin typeface="Century Gothic"/>
                <a:ea typeface="Century Gothic"/>
                <a:cs typeface="Century Gothic"/>
                <a:sym typeface="Century Gothic"/>
              </a:defRPr>
            </a:lvl3pPr>
            <a:lvl4pPr indent="-285750" lvl="3" marL="1828800" marR="0" rtl="0" algn="l">
              <a:lnSpc>
                <a:spcPct val="100000"/>
              </a:lnSpc>
              <a:spcBef>
                <a:spcPts val="500"/>
              </a:spcBef>
              <a:spcAft>
                <a:spcPts val="0"/>
              </a:spcAft>
              <a:buClr>
                <a:schemeClr val="accent1"/>
              </a:buClr>
              <a:buSzPts val="900"/>
              <a:buFont typeface="Noto Sans Symbols"/>
              <a:buChar char="🞆"/>
              <a:defRPr b="0" i="0" sz="900" u="none" cap="none" strike="noStrike">
                <a:solidFill>
                  <a:schemeClr val="lt1"/>
                </a:solidFill>
                <a:latin typeface="Century Gothic"/>
                <a:ea typeface="Century Gothic"/>
                <a:cs typeface="Century Gothic"/>
                <a:sym typeface="Century Gothic"/>
              </a:defRPr>
            </a:lvl4pPr>
            <a:lvl5pPr indent="-285750" lvl="4" marL="2286000" marR="0" rtl="0" algn="l">
              <a:lnSpc>
                <a:spcPct val="100000"/>
              </a:lnSpc>
              <a:spcBef>
                <a:spcPts val="500"/>
              </a:spcBef>
              <a:spcAft>
                <a:spcPts val="0"/>
              </a:spcAft>
              <a:buClr>
                <a:schemeClr val="accent1"/>
              </a:buClr>
              <a:buSzPts val="900"/>
              <a:buFont typeface="Noto Sans Symbols"/>
              <a:buChar char="🞆"/>
              <a:defRPr b="0" i="0" sz="900" u="none" cap="none" strike="noStrike">
                <a:solidFill>
                  <a:schemeClr val="lt1"/>
                </a:solidFill>
                <a:latin typeface="Century Gothic"/>
                <a:ea typeface="Century Gothic"/>
                <a:cs typeface="Century Gothic"/>
                <a:sym typeface="Century Gothic"/>
              </a:defRPr>
            </a:lvl5pPr>
            <a:lvl6pPr indent="-285750" lvl="5" marL="2743200" marR="0" rtl="0" algn="l">
              <a:lnSpc>
                <a:spcPct val="100000"/>
              </a:lnSpc>
              <a:spcBef>
                <a:spcPts val="500"/>
              </a:spcBef>
              <a:spcAft>
                <a:spcPts val="0"/>
              </a:spcAft>
              <a:buClr>
                <a:schemeClr val="accent1"/>
              </a:buClr>
              <a:buSzPts val="900"/>
              <a:buFont typeface="Noto Sans Symbols"/>
              <a:buChar char="🞆"/>
              <a:defRPr b="0" i="0" sz="900" u="none" cap="none" strike="noStrike">
                <a:solidFill>
                  <a:schemeClr val="lt1"/>
                </a:solidFill>
                <a:latin typeface="Century Gothic"/>
                <a:ea typeface="Century Gothic"/>
                <a:cs typeface="Century Gothic"/>
                <a:sym typeface="Century Gothic"/>
              </a:defRPr>
            </a:lvl6pPr>
            <a:lvl7pPr indent="-285750" lvl="6" marL="3200400" marR="0" rtl="0" algn="l">
              <a:lnSpc>
                <a:spcPct val="100000"/>
              </a:lnSpc>
              <a:spcBef>
                <a:spcPts val="500"/>
              </a:spcBef>
              <a:spcAft>
                <a:spcPts val="0"/>
              </a:spcAft>
              <a:buClr>
                <a:schemeClr val="accent1"/>
              </a:buClr>
              <a:buSzPts val="900"/>
              <a:buFont typeface="Noto Sans Symbols"/>
              <a:buChar char="🞆"/>
              <a:defRPr b="0" i="0" sz="900" u="none" cap="none" strike="noStrike">
                <a:solidFill>
                  <a:schemeClr val="lt1"/>
                </a:solidFill>
                <a:latin typeface="Century Gothic"/>
                <a:ea typeface="Century Gothic"/>
                <a:cs typeface="Century Gothic"/>
                <a:sym typeface="Century Gothic"/>
              </a:defRPr>
            </a:lvl7pPr>
            <a:lvl8pPr indent="-285750" lvl="7" marL="3657600" marR="0" rtl="0" algn="l">
              <a:lnSpc>
                <a:spcPct val="100000"/>
              </a:lnSpc>
              <a:spcBef>
                <a:spcPts val="500"/>
              </a:spcBef>
              <a:spcAft>
                <a:spcPts val="0"/>
              </a:spcAft>
              <a:buClr>
                <a:schemeClr val="accent1"/>
              </a:buClr>
              <a:buSzPts val="900"/>
              <a:buFont typeface="Noto Sans Symbols"/>
              <a:buChar char="🞆"/>
              <a:defRPr b="0" i="0" sz="900" u="none" cap="none" strike="noStrike">
                <a:solidFill>
                  <a:schemeClr val="lt1"/>
                </a:solidFill>
                <a:latin typeface="Century Gothic"/>
                <a:ea typeface="Century Gothic"/>
                <a:cs typeface="Century Gothic"/>
                <a:sym typeface="Century Gothic"/>
              </a:defRPr>
            </a:lvl8pPr>
            <a:lvl9pPr indent="-285750" lvl="8" marL="4114800" marR="0" rtl="0" algn="l">
              <a:lnSpc>
                <a:spcPct val="100000"/>
              </a:lnSpc>
              <a:spcBef>
                <a:spcPts val="500"/>
              </a:spcBef>
              <a:spcAft>
                <a:spcPts val="500"/>
              </a:spcAft>
              <a:buClr>
                <a:schemeClr val="accent1"/>
              </a:buClr>
              <a:buSzPts val="900"/>
              <a:buFont typeface="Noto Sans Symbols"/>
              <a:buChar char="🞆"/>
              <a:defRPr b="0" i="0" sz="900" u="none" cap="none" strike="noStrike">
                <a:solidFill>
                  <a:schemeClr val="lt1"/>
                </a:solidFill>
                <a:latin typeface="Century Gothic"/>
                <a:ea typeface="Century Gothic"/>
                <a:cs typeface="Century Gothic"/>
                <a:sym typeface="Century Gothic"/>
              </a:defRPr>
            </a:lvl9pPr>
          </a:lstStyle>
          <a:p/>
        </p:txBody>
      </p:sp>
      <p:sp>
        <p:nvSpPr>
          <p:cNvPr id="8" name="Google Shape;8;p1"/>
          <p:cNvSpPr txBox="1"/>
          <p:nvPr>
            <p:ph idx="11" type="ftr"/>
          </p:nvPr>
        </p:nvSpPr>
        <p:spPr>
          <a:xfrm>
            <a:off x="338635" y="4531022"/>
            <a:ext cx="6483300" cy="273900"/>
          </a:xfrm>
          <a:prstGeom prst="rect">
            <a:avLst/>
          </a:prstGeom>
          <a:noFill/>
          <a:ln>
            <a:noFill/>
          </a:ln>
        </p:spPr>
        <p:txBody>
          <a:bodyPr anchorCtr="0" anchor="b"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700" u="none" cap="none" strike="noStrike">
                <a:solidFill>
                  <a:schemeClr val="lt1"/>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lt1"/>
                </a:solidFill>
                <a:latin typeface="Century Gothic"/>
                <a:ea typeface="Century Gothic"/>
                <a:cs typeface="Century Gothic"/>
                <a:sym typeface="Century Gothic"/>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lt1"/>
                </a:solidFill>
                <a:latin typeface="Century Gothic"/>
                <a:ea typeface="Century Gothic"/>
                <a:cs typeface="Century Gothic"/>
                <a:sym typeface="Century Gothic"/>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lt1"/>
                </a:solidFill>
                <a:latin typeface="Century Gothic"/>
                <a:ea typeface="Century Gothic"/>
                <a:cs typeface="Century Gothic"/>
                <a:sym typeface="Century Gothic"/>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lt1"/>
                </a:solidFill>
                <a:latin typeface="Century Gothic"/>
                <a:ea typeface="Century Gothic"/>
                <a:cs typeface="Century Gothic"/>
                <a:sym typeface="Century Gothic"/>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lt1"/>
                </a:solidFill>
                <a:latin typeface="Century Gothic"/>
                <a:ea typeface="Century Gothic"/>
                <a:cs typeface="Century Gothic"/>
                <a:sym typeface="Century Gothic"/>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lt1"/>
                </a:solidFill>
                <a:latin typeface="Century Gothic"/>
                <a:ea typeface="Century Gothic"/>
                <a:cs typeface="Century Gothic"/>
                <a:sym typeface="Century Gothic"/>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lt1"/>
                </a:solidFill>
                <a:latin typeface="Century Gothic"/>
                <a:ea typeface="Century Gothic"/>
                <a:cs typeface="Century Gothic"/>
                <a:sym typeface="Century Gothic"/>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lt1"/>
                </a:solidFill>
                <a:latin typeface="Century Gothic"/>
                <a:ea typeface="Century Gothic"/>
                <a:cs typeface="Century Gothic"/>
                <a:sym typeface="Century Gothic"/>
              </a:defRPr>
            </a:lvl9pPr>
          </a:lstStyle>
          <a:p/>
        </p:txBody>
      </p:sp>
      <p:sp>
        <p:nvSpPr>
          <p:cNvPr id="9" name="Google Shape;9;p1"/>
          <p:cNvSpPr txBox="1"/>
          <p:nvPr>
            <p:ph idx="10" type="dt"/>
          </p:nvPr>
        </p:nvSpPr>
        <p:spPr>
          <a:xfrm>
            <a:off x="7000970" y="4531022"/>
            <a:ext cx="1007700" cy="273900"/>
          </a:xfrm>
          <a:prstGeom prst="rect">
            <a:avLst/>
          </a:prstGeom>
          <a:noFill/>
          <a:ln>
            <a:noFill/>
          </a:ln>
        </p:spPr>
        <p:txBody>
          <a:bodyPr anchorCtr="0" anchor="b" bIns="34275" lIns="68575" spcFirstLastPara="1" rIns="68575" wrap="square" tIns="34275">
            <a:noAutofit/>
          </a:bodyPr>
          <a:lstStyle>
            <a:lvl1pPr lvl="0" marR="0" rtl="0" algn="r">
              <a:lnSpc>
                <a:spcPct val="100000"/>
              </a:lnSpc>
              <a:spcBef>
                <a:spcPts val="0"/>
              </a:spcBef>
              <a:spcAft>
                <a:spcPts val="0"/>
              </a:spcAft>
              <a:buClr>
                <a:srgbClr val="000000"/>
              </a:buClr>
              <a:buSzPts val="1100"/>
              <a:buFont typeface="Arial"/>
              <a:buNone/>
              <a:defRPr b="0" i="0" sz="700" u="none" cap="none" strike="noStrike">
                <a:solidFill>
                  <a:schemeClr val="lt1"/>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lt1"/>
                </a:solidFill>
                <a:latin typeface="Century Gothic"/>
                <a:ea typeface="Century Gothic"/>
                <a:cs typeface="Century Gothic"/>
                <a:sym typeface="Century Gothic"/>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lt1"/>
                </a:solidFill>
                <a:latin typeface="Century Gothic"/>
                <a:ea typeface="Century Gothic"/>
                <a:cs typeface="Century Gothic"/>
                <a:sym typeface="Century Gothic"/>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lt1"/>
                </a:solidFill>
                <a:latin typeface="Century Gothic"/>
                <a:ea typeface="Century Gothic"/>
                <a:cs typeface="Century Gothic"/>
                <a:sym typeface="Century Gothic"/>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lt1"/>
                </a:solidFill>
                <a:latin typeface="Century Gothic"/>
                <a:ea typeface="Century Gothic"/>
                <a:cs typeface="Century Gothic"/>
                <a:sym typeface="Century Gothic"/>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lt1"/>
                </a:solidFill>
                <a:latin typeface="Century Gothic"/>
                <a:ea typeface="Century Gothic"/>
                <a:cs typeface="Century Gothic"/>
                <a:sym typeface="Century Gothic"/>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lt1"/>
                </a:solidFill>
                <a:latin typeface="Century Gothic"/>
                <a:ea typeface="Century Gothic"/>
                <a:cs typeface="Century Gothic"/>
                <a:sym typeface="Century Gothic"/>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lt1"/>
                </a:solidFill>
                <a:latin typeface="Century Gothic"/>
                <a:ea typeface="Century Gothic"/>
                <a:cs typeface="Century Gothic"/>
                <a:sym typeface="Century Gothic"/>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lt1"/>
                </a:solidFill>
                <a:latin typeface="Century Gothic"/>
                <a:ea typeface="Century Gothic"/>
                <a:cs typeface="Century Gothic"/>
                <a:sym typeface="Century Gothic"/>
              </a:defRPr>
            </a:lvl9pPr>
          </a:lstStyle>
          <a:p/>
        </p:txBody>
      </p:sp>
      <p:sp>
        <p:nvSpPr>
          <p:cNvPr id="10" name="Google Shape;10;p1"/>
          <p:cNvSpPr txBox="1"/>
          <p:nvPr>
            <p:ph idx="12" type="sldNum"/>
          </p:nvPr>
        </p:nvSpPr>
        <p:spPr>
          <a:xfrm>
            <a:off x="8008748" y="4436916"/>
            <a:ext cx="796500" cy="367800"/>
          </a:xfrm>
          <a:prstGeom prst="rect">
            <a:avLst/>
          </a:prstGeom>
          <a:noFill/>
          <a:ln>
            <a:noFill/>
          </a:ln>
        </p:spPr>
        <p:txBody>
          <a:bodyPr anchorCtr="0" anchor="b" bIns="8100" lIns="68575" spcFirstLastPara="1" rIns="68575" wrap="square" tIns="34275">
            <a:noAutofit/>
          </a:bodyPr>
          <a:lstStyle>
            <a:lvl1pPr indent="0" lvl="0" marL="0" marR="0" rtl="0" algn="r">
              <a:lnSpc>
                <a:spcPct val="100000"/>
              </a:lnSpc>
              <a:spcBef>
                <a:spcPts val="0"/>
              </a:spcBef>
              <a:spcAft>
                <a:spcPts val="0"/>
              </a:spcAft>
              <a:buClr>
                <a:srgbClr val="000000"/>
              </a:buClr>
              <a:buSzPts val="1500"/>
              <a:buFont typeface="Arial"/>
              <a:buNone/>
              <a:defRPr b="0" i="0" sz="1500" u="none" cap="none" strike="noStrike">
                <a:solidFill>
                  <a:schemeClr val="accent1"/>
                </a:solidFill>
                <a:latin typeface="Century Gothic"/>
                <a:ea typeface="Century Gothic"/>
                <a:cs typeface="Century Gothic"/>
                <a:sym typeface="Century Gothic"/>
              </a:defRPr>
            </a:lvl1pPr>
            <a:lvl2pPr indent="0" lvl="1" marL="0" marR="0" rtl="0" algn="r">
              <a:lnSpc>
                <a:spcPct val="100000"/>
              </a:lnSpc>
              <a:spcBef>
                <a:spcPts val="0"/>
              </a:spcBef>
              <a:spcAft>
                <a:spcPts val="0"/>
              </a:spcAft>
              <a:buClr>
                <a:srgbClr val="000000"/>
              </a:buClr>
              <a:buSzPts val="1500"/>
              <a:buFont typeface="Arial"/>
              <a:buNone/>
              <a:defRPr b="0" i="0" sz="1500" u="none" cap="none" strike="noStrike">
                <a:solidFill>
                  <a:schemeClr val="accent1"/>
                </a:solidFill>
                <a:latin typeface="Century Gothic"/>
                <a:ea typeface="Century Gothic"/>
                <a:cs typeface="Century Gothic"/>
                <a:sym typeface="Century Gothic"/>
              </a:defRPr>
            </a:lvl2pPr>
            <a:lvl3pPr indent="0" lvl="2" marL="0" marR="0" rtl="0" algn="r">
              <a:lnSpc>
                <a:spcPct val="100000"/>
              </a:lnSpc>
              <a:spcBef>
                <a:spcPts val="0"/>
              </a:spcBef>
              <a:spcAft>
                <a:spcPts val="0"/>
              </a:spcAft>
              <a:buClr>
                <a:srgbClr val="000000"/>
              </a:buClr>
              <a:buSzPts val="1500"/>
              <a:buFont typeface="Arial"/>
              <a:buNone/>
              <a:defRPr b="0" i="0" sz="1500" u="none" cap="none" strike="noStrike">
                <a:solidFill>
                  <a:schemeClr val="accent1"/>
                </a:solidFill>
                <a:latin typeface="Century Gothic"/>
                <a:ea typeface="Century Gothic"/>
                <a:cs typeface="Century Gothic"/>
                <a:sym typeface="Century Gothic"/>
              </a:defRPr>
            </a:lvl3pPr>
            <a:lvl4pPr indent="0" lvl="3" marL="0" marR="0" rtl="0" algn="r">
              <a:lnSpc>
                <a:spcPct val="100000"/>
              </a:lnSpc>
              <a:spcBef>
                <a:spcPts val="0"/>
              </a:spcBef>
              <a:spcAft>
                <a:spcPts val="0"/>
              </a:spcAft>
              <a:buClr>
                <a:srgbClr val="000000"/>
              </a:buClr>
              <a:buSzPts val="1500"/>
              <a:buFont typeface="Arial"/>
              <a:buNone/>
              <a:defRPr b="0" i="0" sz="1500" u="none" cap="none" strike="noStrike">
                <a:solidFill>
                  <a:schemeClr val="accent1"/>
                </a:solidFill>
                <a:latin typeface="Century Gothic"/>
                <a:ea typeface="Century Gothic"/>
                <a:cs typeface="Century Gothic"/>
                <a:sym typeface="Century Gothic"/>
              </a:defRPr>
            </a:lvl4pPr>
            <a:lvl5pPr indent="0" lvl="4" marL="0" marR="0" rtl="0" algn="r">
              <a:lnSpc>
                <a:spcPct val="100000"/>
              </a:lnSpc>
              <a:spcBef>
                <a:spcPts val="0"/>
              </a:spcBef>
              <a:spcAft>
                <a:spcPts val="0"/>
              </a:spcAft>
              <a:buClr>
                <a:srgbClr val="000000"/>
              </a:buClr>
              <a:buSzPts val="1500"/>
              <a:buFont typeface="Arial"/>
              <a:buNone/>
              <a:defRPr b="0" i="0" sz="1500" u="none" cap="none" strike="noStrike">
                <a:solidFill>
                  <a:schemeClr val="accent1"/>
                </a:solidFill>
                <a:latin typeface="Century Gothic"/>
                <a:ea typeface="Century Gothic"/>
                <a:cs typeface="Century Gothic"/>
                <a:sym typeface="Century Gothic"/>
              </a:defRPr>
            </a:lvl5pPr>
            <a:lvl6pPr indent="0" lvl="5" marL="0" marR="0" rtl="0" algn="r">
              <a:lnSpc>
                <a:spcPct val="100000"/>
              </a:lnSpc>
              <a:spcBef>
                <a:spcPts val="0"/>
              </a:spcBef>
              <a:spcAft>
                <a:spcPts val="0"/>
              </a:spcAft>
              <a:buClr>
                <a:srgbClr val="000000"/>
              </a:buClr>
              <a:buSzPts val="1500"/>
              <a:buFont typeface="Arial"/>
              <a:buNone/>
              <a:defRPr b="0" i="0" sz="1500" u="none" cap="none" strike="noStrike">
                <a:solidFill>
                  <a:schemeClr val="accent1"/>
                </a:solidFill>
                <a:latin typeface="Century Gothic"/>
                <a:ea typeface="Century Gothic"/>
                <a:cs typeface="Century Gothic"/>
                <a:sym typeface="Century Gothic"/>
              </a:defRPr>
            </a:lvl6pPr>
            <a:lvl7pPr indent="0" lvl="6" marL="0" marR="0" rtl="0" algn="r">
              <a:lnSpc>
                <a:spcPct val="100000"/>
              </a:lnSpc>
              <a:spcBef>
                <a:spcPts val="0"/>
              </a:spcBef>
              <a:spcAft>
                <a:spcPts val="0"/>
              </a:spcAft>
              <a:buClr>
                <a:srgbClr val="000000"/>
              </a:buClr>
              <a:buSzPts val="1500"/>
              <a:buFont typeface="Arial"/>
              <a:buNone/>
              <a:defRPr b="0" i="0" sz="1500" u="none" cap="none" strike="noStrike">
                <a:solidFill>
                  <a:schemeClr val="accent1"/>
                </a:solidFill>
                <a:latin typeface="Century Gothic"/>
                <a:ea typeface="Century Gothic"/>
                <a:cs typeface="Century Gothic"/>
                <a:sym typeface="Century Gothic"/>
              </a:defRPr>
            </a:lvl7pPr>
            <a:lvl8pPr indent="0" lvl="7" marL="0" marR="0" rtl="0" algn="r">
              <a:lnSpc>
                <a:spcPct val="100000"/>
              </a:lnSpc>
              <a:spcBef>
                <a:spcPts val="0"/>
              </a:spcBef>
              <a:spcAft>
                <a:spcPts val="0"/>
              </a:spcAft>
              <a:buClr>
                <a:srgbClr val="000000"/>
              </a:buClr>
              <a:buSzPts val="1500"/>
              <a:buFont typeface="Arial"/>
              <a:buNone/>
              <a:defRPr b="0" i="0" sz="1500" u="none" cap="none" strike="noStrike">
                <a:solidFill>
                  <a:schemeClr val="accent1"/>
                </a:solidFill>
                <a:latin typeface="Century Gothic"/>
                <a:ea typeface="Century Gothic"/>
                <a:cs typeface="Century Gothic"/>
                <a:sym typeface="Century Gothic"/>
              </a:defRPr>
            </a:lvl8pPr>
            <a:lvl9pPr indent="0" lvl="8" marL="0" marR="0" rtl="0" algn="r">
              <a:lnSpc>
                <a:spcPct val="100000"/>
              </a:lnSpc>
              <a:spcBef>
                <a:spcPts val="0"/>
              </a:spcBef>
              <a:spcAft>
                <a:spcPts val="0"/>
              </a:spcAft>
              <a:buClr>
                <a:srgbClr val="000000"/>
              </a:buClr>
              <a:buSzPts val="1500"/>
              <a:buFont typeface="Arial"/>
              <a:buNone/>
              <a:defRPr b="0" i="0" sz="1500" u="none" cap="none" strike="noStrike">
                <a:solidFill>
                  <a:schemeClr val="accen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Lst>
  <mc:AlternateContent>
    <mc:Choice Requires="p14">
      <p:transition spd="slow" p14:dur="700">
        <p:fade/>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1.png"/><Relationship Id="rId4" Type="http://schemas.openxmlformats.org/officeDocument/2006/relationships/image" Target="../media/image1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8.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6.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hyperlink" Target="https://colab.research.google.com/drive/1NZHs_85mWCmSBwVj-mlUdqxUtEjVH8M2"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2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28.png"/><Relationship Id="rId4" Type="http://schemas.openxmlformats.org/officeDocument/2006/relationships/image" Target="../media/image13.png"/><Relationship Id="rId5"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28.png"/><Relationship Id="rId4" Type="http://schemas.openxmlformats.org/officeDocument/2006/relationships/image" Target="../media/image13.png"/><Relationship Id="rId5" Type="http://schemas.openxmlformats.org/officeDocument/2006/relationships/image" Target="../media/image19.png"/><Relationship Id="rId6" Type="http://schemas.openxmlformats.org/officeDocument/2006/relationships/hyperlink" Target="https://youtu.be/eMlx5fFNoYc?si=wbaO4g9Ln0DAwrPW&amp;t=310"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3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hyperlink" Target="http://www.youtube.com/watch?v=wjZofJX0v4M" TargetMode="External"/><Relationship Id="rId4" Type="http://schemas.openxmlformats.org/officeDocument/2006/relationships/image" Target="../media/image20.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3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38.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3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3.png"/><Relationship Id="rId4" Type="http://schemas.openxmlformats.org/officeDocument/2006/relationships/image" Target="../media/image2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6.png"/><Relationship Id="rId4" Type="http://schemas.openxmlformats.org/officeDocument/2006/relationships/image" Target="../media/image2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3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4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3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3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3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3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hyperlink" Target="https://colab.research.google.com/drive/1h3YSG1ms6lJ72W1aeTj9IzBMyrc2KDYl" TargetMode="External"/><Relationship Id="rId4" Type="http://schemas.openxmlformats.org/officeDocument/2006/relationships/hyperlink" Target="https://colab.research.google.com/drive/1MfovwrKSzkdkPDPN0GwAXvtBex-xGdEm#scrollTo=a0d3d3f9" TargetMode="External"/><Relationship Id="rId5" Type="http://schemas.openxmlformats.org/officeDocument/2006/relationships/hyperlink" Target="https://colab.research.google.com/drive/11I-qgVe5acL8n6b6DWM-GhlfKw8xlEGz" TargetMode="External"/><Relationship Id="rId6" Type="http://schemas.openxmlformats.org/officeDocument/2006/relationships/hyperlink" Target="https://colab.research.google.com/drive/1FRV2mS2DLYEfOZIW_PGctmHdJZAayYZV#scrollTo=zjjEN2Tafhl2"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1"/>
          <p:cNvSpPr txBox="1"/>
          <p:nvPr>
            <p:ph type="ctrTitle"/>
          </p:nvPr>
        </p:nvSpPr>
        <p:spPr>
          <a:xfrm>
            <a:off x="591985" y="1086860"/>
            <a:ext cx="7929000" cy="2228400"/>
          </a:xfrm>
          <a:prstGeom prst="rect">
            <a:avLst/>
          </a:prstGeom>
        </p:spPr>
        <p:txBody>
          <a:bodyPr anchorCtr="0" anchor="b" bIns="34275" lIns="68575" spcFirstLastPara="1" rIns="68575" wrap="square" tIns="34275">
            <a:noAutofit/>
          </a:bodyPr>
          <a:lstStyle/>
          <a:p>
            <a:pPr indent="0" lvl="0" marL="0" rtl="0" algn="l">
              <a:spcBef>
                <a:spcPts val="0"/>
              </a:spcBef>
              <a:spcAft>
                <a:spcPts val="0"/>
              </a:spcAft>
              <a:buNone/>
            </a:pPr>
            <a:r>
              <a:rPr lang="en" sz="3900"/>
              <a:t>Processamento de Linguagem Natural</a:t>
            </a:r>
            <a:endParaRPr sz="3900"/>
          </a:p>
        </p:txBody>
      </p:sp>
      <p:sp>
        <p:nvSpPr>
          <p:cNvPr id="105" name="Google Shape;105;p21"/>
          <p:cNvSpPr txBox="1"/>
          <p:nvPr>
            <p:ph idx="1" type="subTitle"/>
          </p:nvPr>
        </p:nvSpPr>
        <p:spPr>
          <a:xfrm>
            <a:off x="607501" y="3960635"/>
            <a:ext cx="7929000" cy="326100"/>
          </a:xfrm>
          <a:prstGeom prst="rect">
            <a:avLst/>
          </a:prstGeom>
        </p:spPr>
        <p:txBody>
          <a:bodyPr anchorCtr="0" anchor="t" bIns="34275" lIns="68575" spcFirstLastPara="1" rIns="68575" wrap="square" tIns="34275">
            <a:normAutofit/>
          </a:bodyPr>
          <a:lstStyle/>
          <a:p>
            <a:pPr indent="0" lvl="0" marL="0" rtl="0" algn="l">
              <a:spcBef>
                <a:spcPts val="300"/>
              </a:spcBef>
              <a:spcAft>
                <a:spcPts val="0"/>
              </a:spcAft>
              <a:buNone/>
            </a:pPr>
            <a:r>
              <a:rPr lang="en"/>
              <a:t>Prof. Caio Hamamura</a:t>
            </a:r>
            <a:endParaRPr/>
          </a:p>
        </p:txBody>
      </p:sp>
      <p:sp>
        <p:nvSpPr>
          <p:cNvPr id="106" name="Google Shape;106;p21"/>
          <p:cNvSpPr txBox="1"/>
          <p:nvPr/>
        </p:nvSpPr>
        <p:spPr>
          <a:xfrm>
            <a:off x="7486374" y="170683"/>
            <a:ext cx="1373100" cy="4617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 sz="1800">
                <a:solidFill>
                  <a:schemeClr val="lt1"/>
                </a:solidFill>
                <a:latin typeface="Roboto"/>
                <a:ea typeface="Roboto"/>
                <a:cs typeface="Roboto"/>
                <a:sym typeface="Roboto"/>
              </a:rPr>
              <a:t>Aula 12</a:t>
            </a:r>
            <a:endParaRPr b="1" sz="1800">
              <a:solidFill>
                <a:schemeClr val="lt1"/>
              </a:solidFill>
              <a:latin typeface="Roboto"/>
              <a:ea typeface="Roboto"/>
              <a:cs typeface="Roboto"/>
              <a:sym typeface="Roboto"/>
            </a:endParaRPr>
          </a:p>
        </p:txBody>
      </p:sp>
      <p:pic>
        <p:nvPicPr>
          <p:cNvPr descr="Delwedd:What-is-nlp.png - Wicipedia" id="107" name="Google Shape;107;p21"/>
          <p:cNvPicPr preferRelativeResize="0"/>
          <p:nvPr/>
        </p:nvPicPr>
        <p:blipFill>
          <a:blip r:embed="rId3">
            <a:alphaModFix/>
          </a:blip>
          <a:stretch>
            <a:fillRect/>
          </a:stretch>
        </p:blipFill>
        <p:spPr>
          <a:xfrm>
            <a:off x="664450" y="260125"/>
            <a:ext cx="1926975" cy="17073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2"/>
          <p:cNvSpPr txBox="1"/>
          <p:nvPr>
            <p:ph type="title"/>
          </p:nvPr>
        </p:nvSpPr>
        <p:spPr>
          <a:xfrm>
            <a:off x="607500" y="2213547"/>
            <a:ext cx="7921200" cy="1101600"/>
          </a:xfrm>
          <a:prstGeom prst="rect">
            <a:avLst/>
          </a:prstGeom>
        </p:spPr>
        <p:txBody>
          <a:bodyPr anchorCtr="0" anchor="b" bIns="34275" lIns="68575" spcFirstLastPara="1" rIns="68575" wrap="square" tIns="34275">
            <a:noAutofit/>
          </a:bodyPr>
          <a:lstStyle/>
          <a:p>
            <a:pPr indent="0" lvl="0" marL="0" rtl="0" algn="r">
              <a:spcBef>
                <a:spcPts val="0"/>
              </a:spcBef>
              <a:spcAft>
                <a:spcPts val="0"/>
              </a:spcAft>
              <a:buNone/>
            </a:pPr>
            <a:r>
              <a:rPr lang="en"/>
              <a:t>Contexto</a:t>
            </a:r>
            <a:endParaRPr/>
          </a:p>
        </p:txBody>
      </p:sp>
      <p:sp>
        <p:nvSpPr>
          <p:cNvPr id="113" name="Google Shape;113;p22"/>
          <p:cNvSpPr txBox="1"/>
          <p:nvPr>
            <p:ph idx="1" type="body"/>
          </p:nvPr>
        </p:nvSpPr>
        <p:spPr>
          <a:xfrm>
            <a:off x="607500" y="3960901"/>
            <a:ext cx="7921200" cy="325500"/>
          </a:xfrm>
          <a:prstGeom prst="rect">
            <a:avLst/>
          </a:prstGeom>
        </p:spPr>
        <p:txBody>
          <a:bodyPr anchorCtr="0" anchor="t" bIns="34275" lIns="68575" spcFirstLastPara="1" rIns="68575" wrap="square" tIns="34275">
            <a:noAutofit/>
          </a:bodyPr>
          <a:lstStyle/>
          <a:p>
            <a:pPr indent="0" lvl="0" marL="0" rtl="0" algn="r">
              <a:spcBef>
                <a:spcPts val="300"/>
              </a:spcBef>
              <a:spcAft>
                <a:spcPts val="0"/>
              </a:spcAft>
              <a:buNone/>
            </a:pPr>
            <a:r>
              <a:t/>
            </a:r>
            <a:endParaRPr/>
          </a:p>
        </p:txBody>
      </p:sp>
      <p:pic>
        <p:nvPicPr>
          <p:cNvPr id="114" name="Google Shape;114;p22"/>
          <p:cNvPicPr preferRelativeResize="0"/>
          <p:nvPr/>
        </p:nvPicPr>
        <p:blipFill>
          <a:blip r:embed="rId3">
            <a:alphaModFix/>
          </a:blip>
          <a:stretch>
            <a:fillRect/>
          </a:stretch>
        </p:blipFill>
        <p:spPr>
          <a:xfrm>
            <a:off x="245150" y="75850"/>
            <a:ext cx="3945975" cy="35109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3"/>
          <p:cNvSpPr txBox="1"/>
          <p:nvPr>
            <p:ph type="title"/>
          </p:nvPr>
        </p:nvSpPr>
        <p:spPr>
          <a:xfrm>
            <a:off x="607500" y="183526"/>
            <a:ext cx="7929000" cy="7278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t>Contexto</a:t>
            </a:r>
            <a:endParaRPr/>
          </a:p>
        </p:txBody>
      </p:sp>
      <p:sp>
        <p:nvSpPr>
          <p:cNvPr id="120" name="Google Shape;120;p23"/>
          <p:cNvSpPr txBox="1"/>
          <p:nvPr>
            <p:ph idx="1" type="body"/>
          </p:nvPr>
        </p:nvSpPr>
        <p:spPr>
          <a:xfrm>
            <a:off x="614025" y="1369625"/>
            <a:ext cx="7929000" cy="3780300"/>
          </a:xfrm>
          <a:prstGeom prst="rect">
            <a:avLst/>
          </a:prstGeom>
        </p:spPr>
        <p:txBody>
          <a:bodyPr anchorCtr="0" anchor="t" bIns="34275" lIns="68575" spcFirstLastPara="1" rIns="68575" wrap="square" tIns="34275">
            <a:normAutofit/>
          </a:bodyPr>
          <a:lstStyle/>
          <a:p>
            <a:pPr indent="-361950" lvl="0" marL="457200" rtl="0" algn="l">
              <a:spcBef>
                <a:spcPts val="1000"/>
              </a:spcBef>
              <a:spcAft>
                <a:spcPts val="0"/>
              </a:spcAft>
              <a:buSzPts val="2100"/>
              <a:buChar char="●"/>
            </a:pPr>
            <a:r>
              <a:rPr lang="en"/>
              <a:t>O processamento de linguagem natural: análise e extração de informação a partir de textos escritos em linguagem “natural”</a:t>
            </a:r>
            <a:endParaRPr/>
          </a:p>
        </p:txBody>
      </p:sp>
      <p:pic>
        <p:nvPicPr>
          <p:cNvPr id="121" name="Google Shape;121;p23"/>
          <p:cNvPicPr preferRelativeResize="0"/>
          <p:nvPr/>
        </p:nvPicPr>
        <p:blipFill rotWithShape="1">
          <a:blip r:embed="rId3">
            <a:alphaModFix/>
          </a:blip>
          <a:srcRect b="17600" l="0" r="0" t="15096"/>
          <a:stretch/>
        </p:blipFill>
        <p:spPr>
          <a:xfrm>
            <a:off x="1501975" y="2320600"/>
            <a:ext cx="5178849" cy="24047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4"/>
          <p:cNvSpPr txBox="1"/>
          <p:nvPr>
            <p:ph type="title"/>
          </p:nvPr>
        </p:nvSpPr>
        <p:spPr>
          <a:xfrm>
            <a:off x="607500" y="183526"/>
            <a:ext cx="7929000" cy="7278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t>Tem várias utilidades</a:t>
            </a:r>
            <a:endParaRPr/>
          </a:p>
        </p:txBody>
      </p:sp>
      <p:pic>
        <p:nvPicPr>
          <p:cNvPr id="127" name="Google Shape;127;p24"/>
          <p:cNvPicPr preferRelativeResize="0"/>
          <p:nvPr/>
        </p:nvPicPr>
        <p:blipFill>
          <a:blip r:embed="rId3">
            <a:alphaModFix/>
          </a:blip>
          <a:stretch>
            <a:fillRect/>
          </a:stretch>
        </p:blipFill>
        <p:spPr>
          <a:xfrm>
            <a:off x="119125" y="1174001"/>
            <a:ext cx="4506823" cy="3927374"/>
          </a:xfrm>
          <a:prstGeom prst="rect">
            <a:avLst/>
          </a:prstGeom>
          <a:noFill/>
          <a:ln>
            <a:noFill/>
          </a:ln>
        </p:spPr>
      </p:pic>
      <p:pic>
        <p:nvPicPr>
          <p:cNvPr id="128" name="Google Shape;128;p24"/>
          <p:cNvPicPr preferRelativeResize="0"/>
          <p:nvPr/>
        </p:nvPicPr>
        <p:blipFill>
          <a:blip r:embed="rId4">
            <a:alphaModFix/>
          </a:blip>
          <a:stretch>
            <a:fillRect/>
          </a:stretch>
        </p:blipFill>
        <p:spPr>
          <a:xfrm>
            <a:off x="4992600" y="1056000"/>
            <a:ext cx="3856375" cy="38563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5"/>
          <p:cNvSpPr txBox="1"/>
          <p:nvPr>
            <p:ph type="title"/>
          </p:nvPr>
        </p:nvSpPr>
        <p:spPr>
          <a:xfrm>
            <a:off x="607500" y="183526"/>
            <a:ext cx="7929000" cy="7278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t>Tem várias utilidades</a:t>
            </a:r>
            <a:endParaRPr/>
          </a:p>
        </p:txBody>
      </p:sp>
      <p:pic>
        <p:nvPicPr>
          <p:cNvPr id="134" name="Google Shape;134;p25"/>
          <p:cNvPicPr preferRelativeResize="0"/>
          <p:nvPr/>
        </p:nvPicPr>
        <p:blipFill>
          <a:blip r:embed="rId3">
            <a:alphaModFix/>
          </a:blip>
          <a:stretch>
            <a:fillRect/>
          </a:stretch>
        </p:blipFill>
        <p:spPr>
          <a:xfrm>
            <a:off x="4992600" y="1056000"/>
            <a:ext cx="3856375" cy="3856375"/>
          </a:xfrm>
          <a:prstGeom prst="rect">
            <a:avLst/>
          </a:prstGeom>
          <a:noFill/>
          <a:ln>
            <a:noFill/>
          </a:ln>
        </p:spPr>
      </p:pic>
      <p:pic>
        <p:nvPicPr>
          <p:cNvPr id="135" name="Google Shape;135;p25"/>
          <p:cNvPicPr preferRelativeResize="0"/>
          <p:nvPr/>
        </p:nvPicPr>
        <p:blipFill>
          <a:blip r:embed="rId4">
            <a:alphaModFix/>
          </a:blip>
          <a:stretch>
            <a:fillRect/>
          </a:stretch>
        </p:blipFill>
        <p:spPr>
          <a:xfrm>
            <a:off x="1056075" y="1172225"/>
            <a:ext cx="3586725" cy="39273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6"/>
          <p:cNvSpPr txBox="1"/>
          <p:nvPr>
            <p:ph type="title"/>
          </p:nvPr>
        </p:nvSpPr>
        <p:spPr>
          <a:xfrm>
            <a:off x="607500" y="183526"/>
            <a:ext cx="7929000" cy="7278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t>Tem várias utilidades</a:t>
            </a:r>
            <a:endParaRPr/>
          </a:p>
        </p:txBody>
      </p:sp>
      <p:pic>
        <p:nvPicPr>
          <p:cNvPr id="141" name="Google Shape;141;p26"/>
          <p:cNvPicPr preferRelativeResize="0"/>
          <p:nvPr/>
        </p:nvPicPr>
        <p:blipFill>
          <a:blip r:embed="rId3">
            <a:alphaModFix/>
          </a:blip>
          <a:stretch>
            <a:fillRect/>
          </a:stretch>
        </p:blipFill>
        <p:spPr>
          <a:xfrm>
            <a:off x="68100" y="1123401"/>
            <a:ext cx="4784069" cy="3927375"/>
          </a:xfrm>
          <a:prstGeom prst="rect">
            <a:avLst/>
          </a:prstGeom>
          <a:noFill/>
          <a:ln>
            <a:noFill/>
          </a:ln>
        </p:spPr>
      </p:pic>
      <p:pic>
        <p:nvPicPr>
          <p:cNvPr id="142" name="Google Shape;142;p26"/>
          <p:cNvPicPr preferRelativeResize="0"/>
          <p:nvPr/>
        </p:nvPicPr>
        <p:blipFill>
          <a:blip r:embed="rId4">
            <a:alphaModFix/>
          </a:blip>
          <a:stretch>
            <a:fillRect/>
          </a:stretch>
        </p:blipFill>
        <p:spPr>
          <a:xfrm>
            <a:off x="4945569" y="1367851"/>
            <a:ext cx="3987031" cy="326524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7"/>
          <p:cNvSpPr txBox="1"/>
          <p:nvPr>
            <p:ph type="title"/>
          </p:nvPr>
        </p:nvSpPr>
        <p:spPr>
          <a:xfrm>
            <a:off x="607500" y="183526"/>
            <a:ext cx="7929000" cy="7278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t>Contexto</a:t>
            </a:r>
            <a:endParaRPr/>
          </a:p>
        </p:txBody>
      </p:sp>
      <p:sp>
        <p:nvSpPr>
          <p:cNvPr id="148" name="Google Shape;148;p27"/>
          <p:cNvSpPr txBox="1"/>
          <p:nvPr>
            <p:ph idx="1" type="body"/>
          </p:nvPr>
        </p:nvSpPr>
        <p:spPr>
          <a:xfrm>
            <a:off x="614025" y="1369625"/>
            <a:ext cx="7929000" cy="3780300"/>
          </a:xfrm>
          <a:prstGeom prst="rect">
            <a:avLst/>
          </a:prstGeom>
        </p:spPr>
        <p:txBody>
          <a:bodyPr anchorCtr="0" anchor="t" bIns="34275" lIns="68575" spcFirstLastPara="1" rIns="68575" wrap="square" tIns="34275">
            <a:normAutofit/>
          </a:bodyPr>
          <a:lstStyle/>
          <a:p>
            <a:pPr indent="-361950" lvl="0" marL="457200" rtl="0" algn="l">
              <a:spcBef>
                <a:spcPts val="1000"/>
              </a:spcBef>
              <a:spcAft>
                <a:spcPts val="0"/>
              </a:spcAft>
              <a:buSzPts val="2100"/>
              <a:buChar char="●"/>
            </a:pPr>
            <a:r>
              <a:rPr lang="en"/>
              <a:t>Não é algo novo</a:t>
            </a:r>
            <a:endParaRPr/>
          </a:p>
        </p:txBody>
      </p:sp>
      <p:pic>
        <p:nvPicPr>
          <p:cNvPr id="149" name="Google Shape;149;p27"/>
          <p:cNvPicPr preferRelativeResize="0"/>
          <p:nvPr/>
        </p:nvPicPr>
        <p:blipFill>
          <a:blip r:embed="rId3">
            <a:alphaModFix/>
          </a:blip>
          <a:stretch>
            <a:fillRect/>
          </a:stretch>
        </p:blipFill>
        <p:spPr>
          <a:xfrm>
            <a:off x="3473547" y="1369622"/>
            <a:ext cx="5607174" cy="3636100"/>
          </a:xfrm>
          <a:prstGeom prst="rect">
            <a:avLst/>
          </a:prstGeom>
          <a:noFill/>
          <a:ln>
            <a:noFill/>
          </a:ln>
        </p:spPr>
      </p:pic>
      <p:sp>
        <p:nvSpPr>
          <p:cNvPr id="150" name="Google Shape;150;p27"/>
          <p:cNvSpPr txBox="1"/>
          <p:nvPr/>
        </p:nvSpPr>
        <p:spPr>
          <a:xfrm>
            <a:off x="5636500" y="780500"/>
            <a:ext cx="1281300" cy="589200"/>
          </a:xfrm>
          <a:prstGeom prst="rect">
            <a:avLst/>
          </a:prstGeom>
          <a:solidFill>
            <a:schemeClr val="dk1"/>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900">
                <a:solidFill>
                  <a:schemeClr val="accent5"/>
                </a:solidFill>
                <a:latin typeface="Impact"/>
                <a:ea typeface="Impact"/>
                <a:cs typeface="Impact"/>
                <a:sym typeface="Impact"/>
              </a:rPr>
              <a:t>1960</a:t>
            </a:r>
            <a:endParaRPr b="1" sz="2900">
              <a:solidFill>
                <a:schemeClr val="accent5"/>
              </a:solidFill>
              <a:latin typeface="Impact"/>
              <a:ea typeface="Impact"/>
              <a:cs typeface="Impact"/>
              <a:sym typeface="Impac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8"/>
          <p:cNvSpPr txBox="1"/>
          <p:nvPr>
            <p:ph idx="1" type="body"/>
          </p:nvPr>
        </p:nvSpPr>
        <p:spPr>
          <a:xfrm>
            <a:off x="614025" y="1369625"/>
            <a:ext cx="7929000" cy="3780300"/>
          </a:xfrm>
          <a:prstGeom prst="rect">
            <a:avLst/>
          </a:prstGeom>
        </p:spPr>
        <p:txBody>
          <a:bodyPr anchorCtr="0" anchor="t" bIns="34275" lIns="68575" spcFirstLastPara="1" rIns="68575" wrap="square" tIns="34275">
            <a:normAutofit/>
          </a:bodyPr>
          <a:lstStyle/>
          <a:p>
            <a:pPr indent="-361950" lvl="0" marL="457200" rtl="0" algn="l">
              <a:spcBef>
                <a:spcPts val="1000"/>
              </a:spcBef>
              <a:spcAft>
                <a:spcPts val="0"/>
              </a:spcAft>
              <a:buSzPts val="2100"/>
              <a:buChar char="●"/>
            </a:pPr>
            <a:r>
              <a:rPr lang="en"/>
              <a:t>Regras de código</a:t>
            </a:r>
            <a:endParaRPr/>
          </a:p>
          <a:p>
            <a:pPr indent="-361950" lvl="0" marL="457200" rtl="0" algn="l">
              <a:spcBef>
                <a:spcPts val="1000"/>
              </a:spcBef>
              <a:spcAft>
                <a:spcPts val="0"/>
              </a:spcAft>
              <a:buSzPts val="2100"/>
              <a:buChar char="●"/>
            </a:pPr>
            <a:r>
              <a:rPr lang="en"/>
              <a:t>Listas de palavras</a:t>
            </a:r>
            <a:endParaRPr/>
          </a:p>
        </p:txBody>
      </p:sp>
      <p:sp>
        <p:nvSpPr>
          <p:cNvPr id="156" name="Google Shape;156;p28"/>
          <p:cNvSpPr txBox="1"/>
          <p:nvPr>
            <p:ph type="title"/>
          </p:nvPr>
        </p:nvSpPr>
        <p:spPr>
          <a:xfrm>
            <a:off x="607500" y="183526"/>
            <a:ext cx="7929000" cy="7278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t>Como era feito?</a:t>
            </a:r>
            <a:endParaRPr/>
          </a:p>
        </p:txBody>
      </p:sp>
      <p:pic>
        <p:nvPicPr>
          <p:cNvPr id="157" name="Google Shape;157;p28"/>
          <p:cNvPicPr preferRelativeResize="0"/>
          <p:nvPr/>
        </p:nvPicPr>
        <p:blipFill>
          <a:blip r:embed="rId3">
            <a:alphaModFix/>
          </a:blip>
          <a:stretch>
            <a:fillRect/>
          </a:stretch>
        </p:blipFill>
        <p:spPr>
          <a:xfrm>
            <a:off x="4395788" y="-12"/>
            <a:ext cx="4638675" cy="2847975"/>
          </a:xfrm>
          <a:prstGeom prst="rect">
            <a:avLst/>
          </a:prstGeom>
          <a:noFill/>
          <a:ln>
            <a:noFill/>
          </a:ln>
        </p:spPr>
      </p:pic>
      <p:pic>
        <p:nvPicPr>
          <p:cNvPr id="158" name="Google Shape;158;p28"/>
          <p:cNvPicPr preferRelativeResize="0"/>
          <p:nvPr/>
        </p:nvPicPr>
        <p:blipFill>
          <a:blip r:embed="rId4">
            <a:alphaModFix/>
          </a:blip>
          <a:stretch>
            <a:fillRect/>
          </a:stretch>
        </p:blipFill>
        <p:spPr>
          <a:xfrm>
            <a:off x="230444" y="2622350"/>
            <a:ext cx="6290612" cy="51435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9"/>
          <p:cNvSpPr txBox="1"/>
          <p:nvPr>
            <p:ph type="title"/>
          </p:nvPr>
        </p:nvSpPr>
        <p:spPr>
          <a:xfrm>
            <a:off x="607500" y="183526"/>
            <a:ext cx="7929000" cy="7278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t>N-gramas</a:t>
            </a:r>
            <a:endParaRPr/>
          </a:p>
        </p:txBody>
      </p:sp>
      <p:sp>
        <p:nvSpPr>
          <p:cNvPr id="164" name="Google Shape;164;p29"/>
          <p:cNvSpPr/>
          <p:nvPr/>
        </p:nvSpPr>
        <p:spPr>
          <a:xfrm>
            <a:off x="868725" y="1986875"/>
            <a:ext cx="6915300" cy="30189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Century Gothic"/>
              <a:ea typeface="Century Gothic"/>
              <a:cs typeface="Century Gothic"/>
              <a:sym typeface="Century Gothic"/>
            </a:endParaRPr>
          </a:p>
        </p:txBody>
      </p:sp>
      <p:sp>
        <p:nvSpPr>
          <p:cNvPr id="165" name="Google Shape;165;p29"/>
          <p:cNvSpPr txBox="1"/>
          <p:nvPr>
            <p:ph idx="1" type="body"/>
          </p:nvPr>
        </p:nvSpPr>
        <p:spPr>
          <a:xfrm>
            <a:off x="614025" y="1369625"/>
            <a:ext cx="7929000" cy="3455700"/>
          </a:xfrm>
          <a:prstGeom prst="rect">
            <a:avLst/>
          </a:prstGeom>
        </p:spPr>
        <p:txBody>
          <a:bodyPr anchorCtr="0" anchor="t" bIns="34275" lIns="68575" spcFirstLastPara="1" rIns="68575" wrap="square" tIns="34275">
            <a:normAutofit/>
          </a:bodyPr>
          <a:lstStyle/>
          <a:p>
            <a:pPr indent="-361950" lvl="0" marL="457200" rtl="0" algn="l">
              <a:spcBef>
                <a:spcPts val="1000"/>
              </a:spcBef>
              <a:spcAft>
                <a:spcPts val="0"/>
              </a:spcAft>
              <a:buSzPts val="2100"/>
              <a:buChar char="●"/>
            </a:pPr>
            <a:r>
              <a:rPr lang="en"/>
              <a:t>Probabilidade de </a:t>
            </a:r>
            <a:r>
              <a:rPr lang="en"/>
              <a:t>uma palavra aparecer depois de outra</a:t>
            </a:r>
            <a:endParaRPr/>
          </a:p>
        </p:txBody>
      </p:sp>
      <p:pic>
        <p:nvPicPr>
          <p:cNvPr id="166" name="Google Shape;166;p29"/>
          <p:cNvPicPr preferRelativeResize="0"/>
          <p:nvPr/>
        </p:nvPicPr>
        <p:blipFill>
          <a:blip r:embed="rId3">
            <a:alphaModFix/>
          </a:blip>
          <a:stretch>
            <a:fillRect/>
          </a:stretch>
        </p:blipFill>
        <p:spPr>
          <a:xfrm>
            <a:off x="1035988" y="2136150"/>
            <a:ext cx="6619875" cy="27241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30"/>
          <p:cNvSpPr txBox="1"/>
          <p:nvPr/>
        </p:nvSpPr>
        <p:spPr>
          <a:xfrm>
            <a:off x="920325" y="1453600"/>
            <a:ext cx="65799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solidFill>
                  <a:schemeClr val="hlink"/>
                </a:solidFill>
                <a:hlinkClick r:id="rId3"/>
              </a:rPr>
              <a:t>https://colab.research.google.com/drive/1NZHs_85mWCmSBwVj-mlUdqxUtEjVH8M2</a:t>
            </a:r>
            <a:endParaRPr/>
          </a:p>
          <a:p>
            <a:pPr indent="0" lvl="0" marL="0" rtl="0" algn="l">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31"/>
          <p:cNvSpPr txBox="1"/>
          <p:nvPr>
            <p:ph type="title"/>
          </p:nvPr>
        </p:nvSpPr>
        <p:spPr>
          <a:xfrm>
            <a:off x="607500" y="2213547"/>
            <a:ext cx="7921200" cy="1101600"/>
          </a:xfrm>
          <a:prstGeom prst="rect">
            <a:avLst/>
          </a:prstGeom>
        </p:spPr>
        <p:txBody>
          <a:bodyPr anchorCtr="0" anchor="b" bIns="34275" lIns="68575" spcFirstLastPara="1" rIns="68575" wrap="square" tIns="34275">
            <a:noAutofit/>
          </a:bodyPr>
          <a:lstStyle/>
          <a:p>
            <a:pPr indent="0" lvl="0" marL="0" rtl="0" algn="r">
              <a:spcBef>
                <a:spcPts val="0"/>
              </a:spcBef>
              <a:spcAft>
                <a:spcPts val="0"/>
              </a:spcAft>
              <a:buNone/>
            </a:pPr>
            <a:r>
              <a:rPr lang="en"/>
              <a:t>O Processamento de Linguagem Natural nos dias de hoje</a:t>
            </a:r>
            <a:endParaRPr/>
          </a:p>
        </p:txBody>
      </p:sp>
      <p:sp>
        <p:nvSpPr>
          <p:cNvPr id="177" name="Google Shape;177;p31"/>
          <p:cNvSpPr txBox="1"/>
          <p:nvPr>
            <p:ph idx="1" type="body"/>
          </p:nvPr>
        </p:nvSpPr>
        <p:spPr>
          <a:xfrm>
            <a:off x="607500" y="3960901"/>
            <a:ext cx="7921200" cy="325500"/>
          </a:xfrm>
          <a:prstGeom prst="rect">
            <a:avLst/>
          </a:prstGeom>
        </p:spPr>
        <p:txBody>
          <a:bodyPr anchorCtr="0" anchor="t" bIns="34275" lIns="68575" spcFirstLastPara="1" rIns="68575" wrap="square" tIns="34275">
            <a:noAutofit/>
          </a:bodyPr>
          <a:lstStyle/>
          <a:p>
            <a:pPr indent="0" lvl="0" marL="0" rtl="0" algn="r">
              <a:spcBef>
                <a:spcPts val="300"/>
              </a:spcBef>
              <a:spcAft>
                <a:spcPts val="0"/>
              </a:spcAft>
              <a:buNone/>
            </a:pPr>
            <a:r>
              <a:t/>
            </a:r>
            <a:endParaRPr/>
          </a:p>
        </p:txBody>
      </p:sp>
      <p:pic>
        <p:nvPicPr>
          <p:cNvPr descr="Ficheiro:ChatGPT-Logo.svg – Wikipédia, a enciclopédia livre" id="178" name="Google Shape;178;p31"/>
          <p:cNvPicPr preferRelativeResize="0"/>
          <p:nvPr/>
        </p:nvPicPr>
        <p:blipFill>
          <a:blip r:embed="rId3">
            <a:alphaModFix/>
          </a:blip>
          <a:stretch>
            <a:fillRect/>
          </a:stretch>
        </p:blipFill>
        <p:spPr>
          <a:xfrm>
            <a:off x="695450" y="426674"/>
            <a:ext cx="1215549" cy="121554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2"/>
          <p:cNvSpPr txBox="1"/>
          <p:nvPr>
            <p:ph type="title"/>
          </p:nvPr>
        </p:nvSpPr>
        <p:spPr>
          <a:xfrm>
            <a:off x="607500" y="183526"/>
            <a:ext cx="7929000" cy="7278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t>A ideia geral</a:t>
            </a:r>
            <a:endParaRPr/>
          </a:p>
        </p:txBody>
      </p:sp>
      <p:sp>
        <p:nvSpPr>
          <p:cNvPr id="184" name="Google Shape;184;p32"/>
          <p:cNvSpPr txBox="1"/>
          <p:nvPr>
            <p:ph idx="1" type="body"/>
          </p:nvPr>
        </p:nvSpPr>
        <p:spPr>
          <a:xfrm>
            <a:off x="614025" y="1369625"/>
            <a:ext cx="7929000" cy="3525600"/>
          </a:xfrm>
          <a:prstGeom prst="rect">
            <a:avLst/>
          </a:prstGeom>
        </p:spPr>
        <p:txBody>
          <a:bodyPr anchorCtr="0" anchor="t" bIns="34275" lIns="68575" spcFirstLastPara="1" rIns="68575" wrap="square" tIns="34275">
            <a:normAutofit/>
          </a:bodyPr>
          <a:lstStyle/>
          <a:p>
            <a:pPr indent="-361950" lvl="0" marL="457200" rtl="0" algn="l">
              <a:spcBef>
                <a:spcPts val="1000"/>
              </a:spcBef>
              <a:spcAft>
                <a:spcPts val="0"/>
              </a:spcAft>
              <a:buSzPts val="2100"/>
              <a:buChar char="●"/>
            </a:pPr>
            <a:r>
              <a:rPr lang="en"/>
              <a:t>Começamos com cada palavra sendo um embedding (vetor muito grande, no GPT3 eram 12.280 números</a:t>
            </a:r>
            <a:endParaRPr/>
          </a:p>
          <a:p>
            <a:pPr indent="-361950" lvl="0" marL="457200" rtl="0" algn="l">
              <a:spcBef>
                <a:spcPts val="1000"/>
              </a:spcBef>
              <a:spcAft>
                <a:spcPts val="0"/>
              </a:spcAft>
              <a:buSzPts val="2100"/>
              <a:buChar char="●"/>
            </a:pPr>
            <a:r>
              <a:rPr lang="en"/>
              <a:t>Em uma frase como:</a:t>
            </a:r>
            <a:endParaRPr/>
          </a:p>
          <a:p>
            <a:pPr indent="-342900" lvl="1" marL="914400" rtl="0" algn="l">
              <a:spcBef>
                <a:spcPts val="1000"/>
              </a:spcBef>
              <a:spcAft>
                <a:spcPts val="0"/>
              </a:spcAft>
              <a:buSzPts val="1800"/>
              <a:buChar char="○"/>
            </a:pPr>
            <a:r>
              <a:rPr lang="en"/>
              <a:t>“O meu cachorro é pequeno e cinza”</a:t>
            </a:r>
            <a:endParaRPr/>
          </a:p>
          <a:p>
            <a:pPr indent="-361950" lvl="0" marL="457200" rtl="0" algn="l">
              <a:spcBef>
                <a:spcPts val="1000"/>
              </a:spcBef>
              <a:spcAft>
                <a:spcPts val="0"/>
              </a:spcAft>
              <a:buSzPts val="2100"/>
              <a:buChar char="●"/>
            </a:pPr>
            <a:r>
              <a:rPr lang="en"/>
              <a:t>Sabemos que pequeno e cinza especificam como é o cachorro</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pic>
        <p:nvPicPr>
          <p:cNvPr id="189" name="Google Shape;189;p33"/>
          <p:cNvPicPr preferRelativeResize="0"/>
          <p:nvPr/>
        </p:nvPicPr>
        <p:blipFill>
          <a:blip r:embed="rId3">
            <a:alphaModFix/>
          </a:blip>
          <a:stretch>
            <a:fillRect/>
          </a:stretch>
        </p:blipFill>
        <p:spPr>
          <a:xfrm>
            <a:off x="849979" y="2488700"/>
            <a:ext cx="1865274" cy="1390250"/>
          </a:xfrm>
          <a:prstGeom prst="rect">
            <a:avLst/>
          </a:prstGeom>
          <a:noFill/>
          <a:ln>
            <a:noFill/>
          </a:ln>
        </p:spPr>
      </p:pic>
      <p:sp>
        <p:nvSpPr>
          <p:cNvPr id="190" name="Google Shape;190;p33"/>
          <p:cNvSpPr txBox="1"/>
          <p:nvPr/>
        </p:nvSpPr>
        <p:spPr>
          <a:xfrm>
            <a:off x="1225750" y="1993775"/>
            <a:ext cx="4468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latin typeface="Century Gothic"/>
                <a:ea typeface="Century Gothic"/>
                <a:cs typeface="Century Gothic"/>
                <a:sym typeface="Century Gothic"/>
              </a:rPr>
              <a:t>cachorro</a:t>
            </a:r>
            <a:endParaRPr>
              <a:solidFill>
                <a:schemeClr val="lt1"/>
              </a:solidFill>
              <a:latin typeface="Century Gothic"/>
              <a:ea typeface="Century Gothic"/>
              <a:cs typeface="Century Gothic"/>
              <a:sym typeface="Century Gothic"/>
            </a:endParaRPr>
          </a:p>
        </p:txBody>
      </p:sp>
      <p:sp>
        <p:nvSpPr>
          <p:cNvPr id="191" name="Google Shape;191;p33"/>
          <p:cNvSpPr txBox="1"/>
          <p:nvPr/>
        </p:nvSpPr>
        <p:spPr>
          <a:xfrm>
            <a:off x="3460025" y="1993775"/>
            <a:ext cx="4468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latin typeface="Century Gothic"/>
                <a:ea typeface="Century Gothic"/>
                <a:cs typeface="Century Gothic"/>
                <a:sym typeface="Century Gothic"/>
              </a:rPr>
              <a:t>C</a:t>
            </a:r>
            <a:r>
              <a:rPr lang="en">
                <a:solidFill>
                  <a:schemeClr val="lt1"/>
                </a:solidFill>
                <a:latin typeface="Century Gothic"/>
                <a:ea typeface="Century Gothic"/>
                <a:cs typeface="Century Gothic"/>
                <a:sym typeface="Century Gothic"/>
              </a:rPr>
              <a:t>achorro + pequeno</a:t>
            </a:r>
            <a:endParaRPr>
              <a:solidFill>
                <a:schemeClr val="lt1"/>
              </a:solidFill>
              <a:latin typeface="Century Gothic"/>
              <a:ea typeface="Century Gothic"/>
              <a:cs typeface="Century Gothic"/>
              <a:sym typeface="Century Gothic"/>
            </a:endParaRPr>
          </a:p>
        </p:txBody>
      </p:sp>
      <p:pic>
        <p:nvPicPr>
          <p:cNvPr id="192" name="Google Shape;192;p33"/>
          <p:cNvPicPr preferRelativeResize="0"/>
          <p:nvPr/>
        </p:nvPicPr>
        <p:blipFill>
          <a:blip r:embed="rId4">
            <a:alphaModFix/>
          </a:blip>
          <a:stretch>
            <a:fillRect/>
          </a:stretch>
        </p:blipFill>
        <p:spPr>
          <a:xfrm>
            <a:off x="3731552" y="2828724"/>
            <a:ext cx="1484550" cy="990925"/>
          </a:xfrm>
          <a:prstGeom prst="rect">
            <a:avLst/>
          </a:prstGeom>
          <a:noFill/>
          <a:ln>
            <a:noFill/>
          </a:ln>
        </p:spPr>
      </p:pic>
      <p:sp>
        <p:nvSpPr>
          <p:cNvPr id="193" name="Google Shape;193;p33"/>
          <p:cNvSpPr txBox="1"/>
          <p:nvPr/>
        </p:nvSpPr>
        <p:spPr>
          <a:xfrm>
            <a:off x="6221850" y="1993775"/>
            <a:ext cx="2922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latin typeface="Century Gothic"/>
                <a:ea typeface="Century Gothic"/>
                <a:cs typeface="Century Gothic"/>
                <a:sym typeface="Century Gothic"/>
              </a:rPr>
              <a:t>Cachorro + pequeno + cinza</a:t>
            </a:r>
            <a:endParaRPr>
              <a:solidFill>
                <a:schemeClr val="lt1"/>
              </a:solidFill>
              <a:latin typeface="Century Gothic"/>
              <a:ea typeface="Century Gothic"/>
              <a:cs typeface="Century Gothic"/>
              <a:sym typeface="Century Gothic"/>
            </a:endParaRPr>
          </a:p>
        </p:txBody>
      </p:sp>
      <p:pic>
        <p:nvPicPr>
          <p:cNvPr id="194" name="Google Shape;194;p33"/>
          <p:cNvPicPr preferRelativeResize="0"/>
          <p:nvPr/>
        </p:nvPicPr>
        <p:blipFill>
          <a:blip r:embed="rId5">
            <a:alphaModFix/>
          </a:blip>
          <a:stretch>
            <a:fillRect/>
          </a:stretch>
        </p:blipFill>
        <p:spPr>
          <a:xfrm>
            <a:off x="6611038" y="2464223"/>
            <a:ext cx="2143925" cy="14392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pic>
        <p:nvPicPr>
          <p:cNvPr id="199" name="Google Shape;199;p34"/>
          <p:cNvPicPr preferRelativeResize="0"/>
          <p:nvPr/>
        </p:nvPicPr>
        <p:blipFill>
          <a:blip r:embed="rId3">
            <a:alphaModFix/>
          </a:blip>
          <a:stretch>
            <a:fillRect/>
          </a:stretch>
        </p:blipFill>
        <p:spPr>
          <a:xfrm>
            <a:off x="849979" y="2488700"/>
            <a:ext cx="1865274" cy="1390250"/>
          </a:xfrm>
          <a:prstGeom prst="rect">
            <a:avLst/>
          </a:prstGeom>
          <a:noFill/>
          <a:ln>
            <a:noFill/>
          </a:ln>
        </p:spPr>
      </p:pic>
      <p:sp>
        <p:nvSpPr>
          <p:cNvPr id="200" name="Google Shape;200;p34"/>
          <p:cNvSpPr txBox="1"/>
          <p:nvPr/>
        </p:nvSpPr>
        <p:spPr>
          <a:xfrm>
            <a:off x="1225750" y="1993775"/>
            <a:ext cx="4468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latin typeface="Century Gothic"/>
                <a:ea typeface="Century Gothic"/>
                <a:cs typeface="Century Gothic"/>
                <a:sym typeface="Century Gothic"/>
              </a:rPr>
              <a:t>cachorro</a:t>
            </a:r>
            <a:endParaRPr>
              <a:solidFill>
                <a:schemeClr val="lt1"/>
              </a:solidFill>
              <a:latin typeface="Century Gothic"/>
              <a:ea typeface="Century Gothic"/>
              <a:cs typeface="Century Gothic"/>
              <a:sym typeface="Century Gothic"/>
            </a:endParaRPr>
          </a:p>
        </p:txBody>
      </p:sp>
      <p:sp>
        <p:nvSpPr>
          <p:cNvPr id="201" name="Google Shape;201;p34"/>
          <p:cNvSpPr txBox="1"/>
          <p:nvPr/>
        </p:nvSpPr>
        <p:spPr>
          <a:xfrm>
            <a:off x="3460025" y="1993775"/>
            <a:ext cx="4468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latin typeface="Century Gothic"/>
                <a:ea typeface="Century Gothic"/>
                <a:cs typeface="Century Gothic"/>
                <a:sym typeface="Century Gothic"/>
              </a:rPr>
              <a:t>Cachorro + pequeno</a:t>
            </a:r>
            <a:endParaRPr>
              <a:solidFill>
                <a:schemeClr val="lt1"/>
              </a:solidFill>
              <a:latin typeface="Century Gothic"/>
              <a:ea typeface="Century Gothic"/>
              <a:cs typeface="Century Gothic"/>
              <a:sym typeface="Century Gothic"/>
            </a:endParaRPr>
          </a:p>
        </p:txBody>
      </p:sp>
      <p:pic>
        <p:nvPicPr>
          <p:cNvPr id="202" name="Google Shape;202;p34"/>
          <p:cNvPicPr preferRelativeResize="0"/>
          <p:nvPr/>
        </p:nvPicPr>
        <p:blipFill>
          <a:blip r:embed="rId4">
            <a:alphaModFix/>
          </a:blip>
          <a:stretch>
            <a:fillRect/>
          </a:stretch>
        </p:blipFill>
        <p:spPr>
          <a:xfrm>
            <a:off x="3731552" y="2828724"/>
            <a:ext cx="1484550" cy="990925"/>
          </a:xfrm>
          <a:prstGeom prst="rect">
            <a:avLst/>
          </a:prstGeom>
          <a:noFill/>
          <a:ln>
            <a:noFill/>
          </a:ln>
        </p:spPr>
      </p:pic>
      <p:sp>
        <p:nvSpPr>
          <p:cNvPr id="203" name="Google Shape;203;p34"/>
          <p:cNvSpPr txBox="1"/>
          <p:nvPr/>
        </p:nvSpPr>
        <p:spPr>
          <a:xfrm>
            <a:off x="6221850" y="1993775"/>
            <a:ext cx="2922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latin typeface="Century Gothic"/>
                <a:ea typeface="Century Gothic"/>
                <a:cs typeface="Century Gothic"/>
                <a:sym typeface="Century Gothic"/>
              </a:rPr>
              <a:t>Cachorro + pequeno + cinza</a:t>
            </a:r>
            <a:endParaRPr>
              <a:solidFill>
                <a:schemeClr val="lt1"/>
              </a:solidFill>
              <a:latin typeface="Century Gothic"/>
              <a:ea typeface="Century Gothic"/>
              <a:cs typeface="Century Gothic"/>
              <a:sym typeface="Century Gothic"/>
            </a:endParaRPr>
          </a:p>
        </p:txBody>
      </p:sp>
      <p:pic>
        <p:nvPicPr>
          <p:cNvPr id="204" name="Google Shape;204;p34"/>
          <p:cNvPicPr preferRelativeResize="0"/>
          <p:nvPr/>
        </p:nvPicPr>
        <p:blipFill>
          <a:blip r:embed="rId5">
            <a:alphaModFix/>
          </a:blip>
          <a:stretch>
            <a:fillRect/>
          </a:stretch>
        </p:blipFill>
        <p:spPr>
          <a:xfrm>
            <a:off x="6611038" y="2464223"/>
            <a:ext cx="2143925" cy="1439225"/>
          </a:xfrm>
          <a:prstGeom prst="rect">
            <a:avLst/>
          </a:prstGeom>
          <a:noFill/>
          <a:ln>
            <a:noFill/>
          </a:ln>
        </p:spPr>
      </p:pic>
      <p:sp>
        <p:nvSpPr>
          <p:cNvPr id="205" name="Google Shape;205;p34"/>
          <p:cNvSpPr txBox="1"/>
          <p:nvPr/>
        </p:nvSpPr>
        <p:spPr>
          <a:xfrm>
            <a:off x="1101625" y="217200"/>
            <a:ext cx="70209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solidFill>
                  <a:schemeClr val="lt1"/>
                </a:solidFill>
                <a:latin typeface="Century Gothic"/>
                <a:ea typeface="Century Gothic"/>
                <a:cs typeface="Century Gothic"/>
                <a:sym typeface="Century Gothic"/>
              </a:rPr>
              <a:t>A rede tem que alterar o significado das palavras, conforme as palavras se relacionam</a:t>
            </a:r>
            <a:endParaRPr sz="2000">
              <a:solidFill>
                <a:schemeClr val="lt1"/>
              </a:solidFill>
              <a:latin typeface="Century Gothic"/>
              <a:ea typeface="Century Gothic"/>
              <a:cs typeface="Century Gothic"/>
              <a:sym typeface="Century Gothic"/>
            </a:endParaRPr>
          </a:p>
        </p:txBody>
      </p:sp>
      <p:sp>
        <p:nvSpPr>
          <p:cNvPr id="206" name="Google Shape;206;p34"/>
          <p:cNvSpPr txBox="1"/>
          <p:nvPr/>
        </p:nvSpPr>
        <p:spPr>
          <a:xfrm>
            <a:off x="756650" y="4375475"/>
            <a:ext cx="79983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u="sng">
                <a:solidFill>
                  <a:schemeClr val="hlink"/>
                </a:solidFill>
                <a:hlinkClick r:id="rId6"/>
              </a:rPr>
              <a:t>https://youtu.be/eMlx5fFNoYc?si=wbaO4g9Ln0DAwrPW&amp;t=310</a:t>
            </a:r>
            <a:endParaRPr sz="2000">
              <a:solidFill>
                <a:schemeClr val="dk1"/>
              </a:solidFill>
            </a:endParaRPr>
          </a:p>
          <a:p>
            <a:pPr indent="0" lvl="0" marL="0" rtl="0" algn="l">
              <a:spcBef>
                <a:spcPts val="0"/>
              </a:spcBef>
              <a:spcAft>
                <a:spcPts val="0"/>
              </a:spcAft>
              <a:buNone/>
            </a:pPr>
            <a:r>
              <a:t/>
            </a:r>
            <a:endParaRPr sz="200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5"/>
          <p:cNvSpPr txBox="1"/>
          <p:nvPr>
            <p:ph type="title"/>
          </p:nvPr>
        </p:nvSpPr>
        <p:spPr>
          <a:xfrm>
            <a:off x="607500" y="183526"/>
            <a:ext cx="7929000" cy="7278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t>Transformers</a:t>
            </a:r>
            <a:endParaRPr/>
          </a:p>
        </p:txBody>
      </p:sp>
      <p:sp>
        <p:nvSpPr>
          <p:cNvPr id="212" name="Google Shape;212;p35"/>
          <p:cNvSpPr txBox="1"/>
          <p:nvPr>
            <p:ph idx="1" type="body"/>
          </p:nvPr>
        </p:nvSpPr>
        <p:spPr>
          <a:xfrm>
            <a:off x="511800" y="1369625"/>
            <a:ext cx="7929000" cy="3634200"/>
          </a:xfrm>
          <a:prstGeom prst="rect">
            <a:avLst/>
          </a:prstGeom>
        </p:spPr>
        <p:txBody>
          <a:bodyPr anchorCtr="0" anchor="t" bIns="34275" lIns="68575" spcFirstLastPara="1" rIns="68575" wrap="square" tIns="34275">
            <a:normAutofit/>
          </a:bodyPr>
          <a:lstStyle/>
          <a:p>
            <a:pPr indent="-361950" lvl="0" marL="457200" rtl="0" algn="l">
              <a:spcBef>
                <a:spcPts val="1000"/>
              </a:spcBef>
              <a:spcAft>
                <a:spcPts val="0"/>
              </a:spcAft>
              <a:buSzPts val="2100"/>
              <a:buChar char="●"/>
            </a:pPr>
            <a:r>
              <a:rPr lang="en"/>
              <a:t>Arquitetura desenvolvida para análise de linguagem natural</a:t>
            </a:r>
            <a:endParaRPr/>
          </a:p>
          <a:p>
            <a:pPr indent="-361950" lvl="0" marL="457200" rtl="0" algn="l">
              <a:spcBef>
                <a:spcPts val="1000"/>
              </a:spcBef>
              <a:spcAft>
                <a:spcPts val="0"/>
              </a:spcAft>
              <a:buSzPts val="2100"/>
              <a:buChar char="●"/>
            </a:pPr>
            <a:r>
              <a:rPr lang="en"/>
              <a:t>Criar blocos de atenção entre as palavras, permitindo que a rede neural entenda a relação entre as palavras</a:t>
            </a:r>
            <a:endParaRPr/>
          </a:p>
        </p:txBody>
      </p:sp>
      <p:pic>
        <p:nvPicPr>
          <p:cNvPr id="213" name="Google Shape;213;p35"/>
          <p:cNvPicPr preferRelativeResize="0"/>
          <p:nvPr/>
        </p:nvPicPr>
        <p:blipFill>
          <a:blip r:embed="rId3">
            <a:alphaModFix/>
          </a:blip>
          <a:stretch>
            <a:fillRect/>
          </a:stretch>
        </p:blipFill>
        <p:spPr>
          <a:xfrm>
            <a:off x="2668700" y="3000400"/>
            <a:ext cx="3615201" cy="200342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6"/>
          <p:cNvSpPr txBox="1"/>
          <p:nvPr>
            <p:ph type="title"/>
          </p:nvPr>
        </p:nvSpPr>
        <p:spPr>
          <a:xfrm>
            <a:off x="607500" y="183526"/>
            <a:ext cx="7929000" cy="7278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t>Mas qual é a sua entrada e saída?</a:t>
            </a:r>
            <a:endParaRPr/>
          </a:p>
        </p:txBody>
      </p:sp>
      <p:sp>
        <p:nvSpPr>
          <p:cNvPr id="219" name="Google Shape;219;p36"/>
          <p:cNvSpPr txBox="1"/>
          <p:nvPr>
            <p:ph idx="1" type="body"/>
          </p:nvPr>
        </p:nvSpPr>
        <p:spPr>
          <a:xfrm>
            <a:off x="614025" y="1369625"/>
            <a:ext cx="7929000" cy="3626400"/>
          </a:xfrm>
          <a:prstGeom prst="rect">
            <a:avLst/>
          </a:prstGeom>
        </p:spPr>
        <p:txBody>
          <a:bodyPr anchorCtr="0" anchor="t" bIns="34275" lIns="68575" spcFirstLastPara="1" rIns="68575" wrap="square" tIns="34275">
            <a:normAutofit/>
          </a:bodyPr>
          <a:lstStyle/>
          <a:p>
            <a:pPr indent="0" lvl="0" marL="0" rtl="0" algn="l">
              <a:spcBef>
                <a:spcPts val="1000"/>
              </a:spcBef>
              <a:spcAft>
                <a:spcPts val="0"/>
              </a:spcAft>
              <a:buNone/>
            </a:pPr>
            <a:r>
              <a:rPr lang="en"/>
              <a:t>Entrada = Sequência de palavras</a:t>
            </a:r>
            <a:endParaRPr/>
          </a:p>
          <a:p>
            <a:pPr indent="0" lvl="0" marL="0" rtl="0" algn="l">
              <a:spcBef>
                <a:spcPts val="1000"/>
              </a:spcBef>
              <a:spcAft>
                <a:spcPts val="0"/>
              </a:spcAft>
              <a:buNone/>
            </a:pPr>
            <a:r>
              <a:rPr lang="en"/>
              <a:t>Saída = Qual a próxima palavra da frase?</a:t>
            </a:r>
            <a:endParaRPr/>
          </a:p>
          <a:p>
            <a:pPr indent="0" lvl="0" marL="0" rtl="0" algn="l">
              <a:spcBef>
                <a:spcPts val="1000"/>
              </a:spcBef>
              <a:spcAft>
                <a:spcPts val="0"/>
              </a:spcAft>
              <a:buNone/>
            </a:pPr>
            <a:r>
              <a:t/>
            </a:r>
            <a:endParaRPr/>
          </a:p>
          <a:p>
            <a:pPr indent="-361950" lvl="0" marL="457200" rtl="0" algn="l">
              <a:spcBef>
                <a:spcPts val="1000"/>
              </a:spcBef>
              <a:spcAft>
                <a:spcPts val="0"/>
              </a:spcAft>
              <a:buSzPts val="2100"/>
              <a:buChar char="●"/>
            </a:pPr>
            <a:r>
              <a:rPr lang="en"/>
              <a:t>No início as redes neurais apenas completavam o que o usuário escrevia</a:t>
            </a:r>
            <a:endParaRPr/>
          </a:p>
          <a:p>
            <a:pPr indent="-361950" lvl="0" marL="457200" rtl="0" algn="l">
              <a:spcBef>
                <a:spcPts val="1000"/>
              </a:spcBef>
              <a:spcAft>
                <a:spcPts val="0"/>
              </a:spcAft>
              <a:buSzPts val="2100"/>
              <a:buChar char="●"/>
            </a:pPr>
            <a:r>
              <a:rPr lang="en"/>
              <a:t>Podia ser só: “Era uma vez” e a rede neural completava e criava uma história.</a:t>
            </a:r>
            <a:endParaRPr/>
          </a:p>
          <a:p>
            <a:pPr indent="-361950" lvl="0" marL="457200" rtl="0" algn="l">
              <a:spcBef>
                <a:spcPts val="1000"/>
              </a:spcBef>
              <a:spcAft>
                <a:spcPts val="0"/>
              </a:spcAft>
              <a:buSzPts val="2100"/>
              <a:buChar char="●"/>
            </a:pPr>
            <a:r>
              <a:rPr lang="en"/>
              <a:t>O modelo roda de forma iterativa, predizendo uma palavra de cada vez</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7"/>
          <p:cNvSpPr txBox="1"/>
          <p:nvPr>
            <p:ph type="title"/>
          </p:nvPr>
        </p:nvSpPr>
        <p:spPr>
          <a:xfrm>
            <a:off x="607500" y="183526"/>
            <a:ext cx="7929000" cy="7278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t>A saída é um embedding de palavra</a:t>
            </a:r>
            <a:endParaRPr/>
          </a:p>
        </p:txBody>
      </p:sp>
      <p:pic>
        <p:nvPicPr>
          <p:cNvPr id="225" name="Google Shape;225;p37"/>
          <p:cNvPicPr preferRelativeResize="0"/>
          <p:nvPr/>
        </p:nvPicPr>
        <p:blipFill>
          <a:blip r:embed="rId3">
            <a:alphaModFix/>
          </a:blip>
          <a:stretch>
            <a:fillRect/>
          </a:stretch>
        </p:blipFill>
        <p:spPr>
          <a:xfrm>
            <a:off x="961225" y="1330975"/>
            <a:ext cx="6734626" cy="36650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8"/>
          <p:cNvSpPr txBox="1"/>
          <p:nvPr>
            <p:ph type="title"/>
          </p:nvPr>
        </p:nvSpPr>
        <p:spPr>
          <a:xfrm>
            <a:off x="607500" y="183526"/>
            <a:ext cx="7929000" cy="7278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t>Como funciona?</a:t>
            </a:r>
            <a:endParaRPr/>
          </a:p>
        </p:txBody>
      </p:sp>
      <p:sp>
        <p:nvSpPr>
          <p:cNvPr id="231" name="Google Shape;231;p38"/>
          <p:cNvSpPr txBox="1"/>
          <p:nvPr>
            <p:ph idx="1" type="body"/>
          </p:nvPr>
        </p:nvSpPr>
        <p:spPr>
          <a:xfrm>
            <a:off x="614025" y="1369625"/>
            <a:ext cx="7929000" cy="3688500"/>
          </a:xfrm>
          <a:prstGeom prst="rect">
            <a:avLst/>
          </a:prstGeom>
        </p:spPr>
        <p:txBody>
          <a:bodyPr anchorCtr="0" anchor="t" bIns="34275" lIns="68575" spcFirstLastPara="1" rIns="68575" wrap="square" tIns="34275">
            <a:normAutofit/>
          </a:bodyPr>
          <a:lstStyle/>
          <a:p>
            <a:pPr indent="-361950" lvl="0" marL="457200" rtl="0" algn="l">
              <a:spcBef>
                <a:spcPts val="0"/>
              </a:spcBef>
              <a:spcAft>
                <a:spcPts val="0"/>
              </a:spcAft>
              <a:buSzPts val="2100"/>
              <a:buAutoNum type="arabicPeriod"/>
            </a:pPr>
            <a:r>
              <a:rPr lang="en"/>
              <a:t>Quebrar palavras em tokens</a:t>
            </a:r>
            <a:endParaRPr/>
          </a:p>
          <a:p>
            <a:pPr indent="-361950" lvl="0" marL="457200" rtl="0" algn="l">
              <a:spcBef>
                <a:spcPts val="1000"/>
              </a:spcBef>
              <a:spcAft>
                <a:spcPts val="0"/>
              </a:spcAft>
              <a:buSzPts val="2100"/>
              <a:buAutoNum type="arabicPeriod"/>
            </a:pPr>
            <a:r>
              <a:rPr lang="en"/>
              <a:t>Codificação de tokens em embeddings</a:t>
            </a:r>
            <a:endParaRPr/>
          </a:p>
          <a:p>
            <a:pPr indent="-361950" lvl="0" marL="457200" rtl="0" algn="l">
              <a:spcBef>
                <a:spcPts val="1000"/>
              </a:spcBef>
              <a:spcAft>
                <a:spcPts val="0"/>
              </a:spcAft>
              <a:buSzPts val="2100"/>
              <a:buAutoNum type="arabicPeriod"/>
            </a:pPr>
            <a:r>
              <a:rPr lang="en"/>
              <a:t>Adição de codificação de posição</a:t>
            </a:r>
            <a:endParaRPr/>
          </a:p>
          <a:p>
            <a:pPr indent="-361950" lvl="0" marL="457200" rtl="0" algn="l">
              <a:spcBef>
                <a:spcPts val="1000"/>
              </a:spcBef>
              <a:spcAft>
                <a:spcPts val="0"/>
              </a:spcAft>
              <a:buSzPts val="2100"/>
              <a:buAutoNum type="arabicPeriod"/>
            </a:pPr>
            <a:r>
              <a:rPr lang="en"/>
              <a:t>A: realizar a análise de atenção entre os pares de palavras</a:t>
            </a:r>
            <a:endParaRPr/>
          </a:p>
          <a:p>
            <a:pPr indent="-361950" lvl="0" marL="457200" rtl="0" algn="l">
              <a:spcBef>
                <a:spcPts val="1000"/>
              </a:spcBef>
              <a:spcAft>
                <a:spcPts val="0"/>
              </a:spcAft>
              <a:buSzPts val="2100"/>
              <a:buAutoNum type="arabicPeriod"/>
            </a:pPr>
            <a:r>
              <a:rPr lang="en"/>
              <a:t>V</a:t>
            </a:r>
            <a:r>
              <a:rPr lang="en"/>
              <a:t>: codificar novamente as palavras para análise de atenção</a:t>
            </a:r>
            <a:endParaRPr/>
          </a:p>
          <a:p>
            <a:pPr indent="-361950" lvl="0" marL="457200" rtl="0" algn="l">
              <a:spcBef>
                <a:spcPts val="1000"/>
              </a:spcBef>
              <a:spcAft>
                <a:spcPts val="0"/>
              </a:spcAft>
              <a:buSzPts val="2100"/>
              <a:buAutoNum type="arabicPeriod"/>
            </a:pPr>
            <a:r>
              <a:rPr lang="en"/>
              <a:t>Camadas FC (fully connected), totalmente conectadas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9"/>
          <p:cNvSpPr txBox="1"/>
          <p:nvPr>
            <p:ph type="title"/>
          </p:nvPr>
        </p:nvSpPr>
        <p:spPr>
          <a:xfrm>
            <a:off x="607500" y="183526"/>
            <a:ext cx="7929000" cy="7278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t>Tecnicamente usamos tokens e não palavras para inserir...</a:t>
            </a:r>
            <a:endParaRPr/>
          </a:p>
        </p:txBody>
      </p:sp>
      <p:pic>
        <p:nvPicPr>
          <p:cNvPr id="237" name="Google Shape;237;p39"/>
          <p:cNvPicPr preferRelativeResize="0"/>
          <p:nvPr/>
        </p:nvPicPr>
        <p:blipFill>
          <a:blip r:embed="rId3">
            <a:alphaModFix/>
          </a:blip>
          <a:stretch>
            <a:fillRect/>
          </a:stretch>
        </p:blipFill>
        <p:spPr>
          <a:xfrm>
            <a:off x="1021275" y="1079226"/>
            <a:ext cx="6112644" cy="392737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40"/>
          <p:cNvSpPr txBox="1"/>
          <p:nvPr>
            <p:ph type="title"/>
          </p:nvPr>
        </p:nvSpPr>
        <p:spPr>
          <a:xfrm>
            <a:off x="607500" y="183526"/>
            <a:ext cx="7929000" cy="7278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t>Os tokens são convertidos em embeddings</a:t>
            </a:r>
            <a:endParaRPr/>
          </a:p>
        </p:txBody>
      </p:sp>
      <p:pic>
        <p:nvPicPr>
          <p:cNvPr id="243" name="Google Shape;243;p40"/>
          <p:cNvPicPr preferRelativeResize="0"/>
          <p:nvPr/>
        </p:nvPicPr>
        <p:blipFill rotWithShape="1">
          <a:blip r:embed="rId3">
            <a:alphaModFix/>
          </a:blip>
          <a:srcRect b="18012" l="4150" r="0" t="13761"/>
          <a:stretch/>
        </p:blipFill>
        <p:spPr>
          <a:xfrm>
            <a:off x="607500" y="1504025"/>
            <a:ext cx="7396803" cy="350940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41"/>
          <p:cNvSpPr txBox="1"/>
          <p:nvPr>
            <p:ph type="title"/>
          </p:nvPr>
        </p:nvSpPr>
        <p:spPr>
          <a:xfrm>
            <a:off x="607500" y="183526"/>
            <a:ext cx="7929000" cy="7278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t>Embeddings (E)</a:t>
            </a:r>
            <a:endParaRPr/>
          </a:p>
        </p:txBody>
      </p:sp>
      <p:sp>
        <p:nvSpPr>
          <p:cNvPr id="249" name="Google Shape;249;p41"/>
          <p:cNvSpPr txBox="1"/>
          <p:nvPr>
            <p:ph idx="1" type="body"/>
          </p:nvPr>
        </p:nvSpPr>
        <p:spPr>
          <a:xfrm>
            <a:off x="607500" y="1261025"/>
            <a:ext cx="7929000" cy="3780300"/>
          </a:xfrm>
          <a:prstGeom prst="rect">
            <a:avLst/>
          </a:prstGeom>
        </p:spPr>
        <p:txBody>
          <a:bodyPr anchorCtr="0" anchor="t" bIns="34275" lIns="68575" spcFirstLastPara="1" rIns="68575" wrap="square" tIns="34275">
            <a:normAutofit/>
          </a:bodyPr>
          <a:lstStyle/>
          <a:p>
            <a:pPr indent="-361950" lvl="0" marL="457200" rtl="0" algn="l">
              <a:spcBef>
                <a:spcPts val="1000"/>
              </a:spcBef>
              <a:spcAft>
                <a:spcPts val="0"/>
              </a:spcAft>
              <a:buSzPts val="2100"/>
              <a:buChar char="●"/>
            </a:pPr>
            <a:r>
              <a:rPr lang="en"/>
              <a:t>Como extrair? De onde vem?</a:t>
            </a:r>
            <a:endParaRPr/>
          </a:p>
          <a:p>
            <a:pPr indent="-361950" lvl="0" marL="457200" rtl="0" algn="l">
              <a:spcBef>
                <a:spcPts val="1000"/>
              </a:spcBef>
              <a:spcAft>
                <a:spcPts val="0"/>
              </a:spcAft>
              <a:buSzPts val="2100"/>
              <a:buChar char="●"/>
            </a:pPr>
            <a:r>
              <a:rPr lang="en"/>
              <a:t>Na verdade vai começar aleatório e vamos também incluir os embeddings na retropropagação (treinamento)</a:t>
            </a:r>
            <a:endParaRPr/>
          </a:p>
          <a:p>
            <a:pPr indent="-361950" lvl="0" marL="457200" rtl="0" algn="l">
              <a:spcBef>
                <a:spcPts val="1000"/>
              </a:spcBef>
              <a:spcAft>
                <a:spcPts val="0"/>
              </a:spcAft>
              <a:buSzPts val="2100"/>
              <a:buChar char="●"/>
            </a:pPr>
            <a:r>
              <a:rPr lang="en"/>
              <a:t>No GPT3 o tamanho do embedding era 12.288 valores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42"/>
          <p:cNvSpPr txBox="1"/>
          <p:nvPr>
            <p:ph type="title"/>
          </p:nvPr>
        </p:nvSpPr>
        <p:spPr>
          <a:xfrm>
            <a:off x="607500" y="183526"/>
            <a:ext cx="7929000" cy="7278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t>Embeddings de palavras, análises interessantes</a:t>
            </a:r>
            <a:endParaRPr/>
          </a:p>
        </p:txBody>
      </p:sp>
      <p:sp>
        <p:nvSpPr>
          <p:cNvPr id="255" name="Google Shape;255;p42"/>
          <p:cNvSpPr txBox="1"/>
          <p:nvPr>
            <p:ph idx="1" type="body"/>
          </p:nvPr>
        </p:nvSpPr>
        <p:spPr>
          <a:xfrm>
            <a:off x="614025" y="1369625"/>
            <a:ext cx="7929000" cy="3780300"/>
          </a:xfrm>
          <a:prstGeom prst="rect">
            <a:avLst/>
          </a:prstGeom>
        </p:spPr>
        <p:txBody>
          <a:bodyPr anchorCtr="0" anchor="t" bIns="34275" lIns="68575" spcFirstLastPara="1" rIns="68575" wrap="square" tIns="34275">
            <a:normAutofit/>
          </a:bodyPr>
          <a:lstStyle/>
          <a:p>
            <a:pPr indent="0" lvl="0" marL="0" rtl="0" algn="l">
              <a:spcBef>
                <a:spcPts val="1000"/>
              </a:spcBef>
              <a:spcAft>
                <a:spcPts val="0"/>
              </a:spcAft>
              <a:buNone/>
            </a:pPr>
            <a:r>
              <a:t/>
            </a:r>
            <a:endParaRPr sz="1100">
              <a:latin typeface="Arial"/>
              <a:ea typeface="Arial"/>
              <a:cs typeface="Arial"/>
              <a:sym typeface="Arial"/>
            </a:endParaRPr>
          </a:p>
        </p:txBody>
      </p:sp>
      <p:pic>
        <p:nvPicPr>
          <p:cNvPr descr="Breaking down how Large Language Models work, visualizing how data flows through.&#10;Instead of sponsored ad reads, these lessons are funded directly by viewers: https://3b1b.co/support&#10;&#10;---&#10;&#10;Here are a few other relevant resources&#10;&#10;Build a GPT from scratch, by Andrej Karpathy&#10;https://youtu.be/kCc8FmEb1nY&#10;&#10;If you want a conceptual understanding of language models from the ground up, @vcubingx just started a short series of videos on the topic:&#10;https://youtu.be/1il-s4mgNdI?si=XaVxj6bsdy3VkgEX&#10;&#10;If you're interested in the herculean task of interpreting what these large networks might actually be doing, the Transformer Circuits posts by Anthropic are great. In particular, it was only after reading one of these that I started thinking of the combination of the value and output matrices as being a combined low-rank map from the embedding space to itself, which, at least in my mind, made things much clearer than other sources.&#10;https://transformer-circuits.pub/2021/framework/index.html&#10;&#10;History of language models by Brit Cruise,  @ArtOfTheProblem  &#10;https://youtu.be/OFS90-FX6pg&#10;&#10;An early paper on how directions in embedding spaces have meaning:&#10;https://arxiv.org/pdf/1301.3781.pdf&#10;&#10;Звуковая дорожка на русском языке: Влад Бурмистров.&#10;&#10;---&#10;&#10;Timestamps&#10;&#10;0:00 - Predict, sample, repeat&#10;3:03 - Inside a transformer&#10;6:36 - Chapter layout&#10;7:20 - The premise of Deep Learning&#10;12:27 - Word embeddings&#10;18:25 - Embeddings beyond words&#10;20:22 - Unembedding&#10;22:22 - Softmax with temperature&#10;26:03 - Up next" id="256" name="Google Shape;256;p42" title="Transformers, the tech behind LLMs | Deep Learning Chapter 5">
            <a:hlinkClick r:id="rId3"/>
          </p:cNvPr>
          <p:cNvPicPr preferRelativeResize="0"/>
          <p:nvPr/>
        </p:nvPicPr>
        <p:blipFill>
          <a:blip r:embed="rId4">
            <a:alphaModFix/>
          </a:blip>
          <a:stretch>
            <a:fillRect/>
          </a:stretch>
        </p:blipFill>
        <p:spPr>
          <a:xfrm>
            <a:off x="1524000" y="1283150"/>
            <a:ext cx="6443250" cy="36243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gtEl>
                                        <p:attrNameLst>
                                          <p:attrName>style.visibility</p:attrName>
                                        </p:attrNameLst>
                                      </p:cBhvr>
                                      <p:to>
                                        <p:strVal val="visible"/>
                                      </p:to>
                                    </p:set>
                                    <p:animEffect filter="fade" transition="in">
                                      <p:cBhvr>
                                        <p:cTn dur="1000"/>
                                        <p:tgtEl>
                                          <p:spTgt spid="2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3"/>
          <p:cNvSpPr txBox="1"/>
          <p:nvPr>
            <p:ph type="title"/>
          </p:nvPr>
        </p:nvSpPr>
        <p:spPr>
          <a:xfrm>
            <a:off x="607500" y="183526"/>
            <a:ext cx="7929000" cy="7278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t>Codificando a posição das palavras na frase</a:t>
            </a:r>
            <a:endParaRPr/>
          </a:p>
        </p:txBody>
      </p:sp>
      <p:sp>
        <p:nvSpPr>
          <p:cNvPr id="262" name="Google Shape;262;p43"/>
          <p:cNvSpPr txBox="1"/>
          <p:nvPr>
            <p:ph idx="1" type="body"/>
          </p:nvPr>
        </p:nvSpPr>
        <p:spPr>
          <a:xfrm>
            <a:off x="614025" y="1369625"/>
            <a:ext cx="7929000" cy="3634200"/>
          </a:xfrm>
          <a:prstGeom prst="rect">
            <a:avLst/>
          </a:prstGeom>
        </p:spPr>
        <p:txBody>
          <a:bodyPr anchorCtr="0" anchor="t" bIns="34275" lIns="68575" spcFirstLastPara="1" rIns="68575" wrap="square" tIns="34275">
            <a:normAutofit/>
          </a:bodyPr>
          <a:lstStyle/>
          <a:p>
            <a:pPr indent="-361950" lvl="0" marL="457200" rtl="0" algn="l">
              <a:spcBef>
                <a:spcPts val="1000"/>
              </a:spcBef>
              <a:spcAft>
                <a:spcPts val="0"/>
              </a:spcAft>
              <a:buSzPts val="2100"/>
              <a:buChar char="●"/>
            </a:pPr>
            <a:r>
              <a:rPr lang="en"/>
              <a:t>Adicionamos ao embedding (E) um fator de ajuste:</a:t>
            </a:r>
            <a:endParaRPr/>
          </a:p>
          <a:p>
            <a:pPr indent="-342900" lvl="1" marL="914400" rtl="0" algn="l">
              <a:spcBef>
                <a:spcPts val="1000"/>
              </a:spcBef>
              <a:spcAft>
                <a:spcPts val="0"/>
              </a:spcAft>
              <a:buSzPts val="1800"/>
              <a:buChar char="○"/>
            </a:pPr>
            <a:r>
              <a:rPr lang="en"/>
              <a:t>Fixo: usa-se função normalmente de seno e cosseno </a:t>
            </a:r>
            <a:endParaRPr/>
          </a:p>
          <a:p>
            <a:pPr indent="-323850" lvl="2" marL="1371600" rtl="0" algn="l">
              <a:spcBef>
                <a:spcPts val="1000"/>
              </a:spcBef>
              <a:spcAft>
                <a:spcPts val="0"/>
              </a:spcAft>
              <a:buSzPts val="1500"/>
              <a:buChar char="■"/>
            </a:pPr>
            <a:r>
              <a:rPr lang="en"/>
              <a:t>Elas dão números entre -1 e 1 (igual a rede usa)</a:t>
            </a:r>
            <a:endParaRPr/>
          </a:p>
          <a:p>
            <a:pPr indent="-323850" lvl="2" marL="1371600" rtl="0" algn="l">
              <a:spcBef>
                <a:spcPts val="1000"/>
              </a:spcBef>
              <a:spcAft>
                <a:spcPts val="0"/>
              </a:spcAft>
              <a:buSzPts val="1500"/>
              <a:buChar char="■"/>
            </a:pPr>
            <a:r>
              <a:rPr lang="en"/>
              <a:t>As funções têm derivada conhecida</a:t>
            </a:r>
            <a:endParaRPr/>
          </a:p>
          <a:p>
            <a:pPr indent="-323850" lvl="2" marL="1371600" rtl="0" algn="l">
              <a:spcBef>
                <a:spcPts val="1000"/>
              </a:spcBef>
              <a:spcAft>
                <a:spcPts val="0"/>
              </a:spcAft>
              <a:buSzPts val="1500"/>
              <a:buChar char="■"/>
            </a:pPr>
            <a:r>
              <a:rPr lang="en"/>
              <a:t>Para cada posição vai sair sempre um vetor único bem</a:t>
            </a:r>
            <a:br>
              <a:rPr lang="en"/>
            </a:br>
            <a:r>
              <a:rPr lang="en"/>
              <a:t>estabelecido (rede consegue aprender isso).</a:t>
            </a:r>
            <a:endParaRPr/>
          </a:p>
          <a:p>
            <a:pPr indent="-342900" lvl="1" marL="914400" rtl="0" algn="l">
              <a:spcBef>
                <a:spcPts val="1000"/>
              </a:spcBef>
              <a:spcAft>
                <a:spcPts val="0"/>
              </a:spcAft>
              <a:buSzPts val="1800"/>
              <a:buChar char="○"/>
            </a:pPr>
            <a:r>
              <a:rPr lang="en"/>
              <a:t>Dinâmico: entra também na </a:t>
            </a:r>
            <a:r>
              <a:rPr lang="en"/>
              <a:t>retropropagação (treinamento)</a:t>
            </a:r>
            <a:endParaRPr/>
          </a:p>
        </p:txBody>
      </p:sp>
      <p:pic>
        <p:nvPicPr>
          <p:cNvPr id="263" name="Google Shape;263;p43"/>
          <p:cNvPicPr preferRelativeResize="0"/>
          <p:nvPr/>
        </p:nvPicPr>
        <p:blipFill>
          <a:blip r:embed="rId3">
            <a:alphaModFix/>
          </a:blip>
          <a:stretch>
            <a:fillRect/>
          </a:stretch>
        </p:blipFill>
        <p:spPr>
          <a:xfrm>
            <a:off x="6262350" y="1912450"/>
            <a:ext cx="2686050" cy="10858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4"/>
          <p:cNvSpPr txBox="1"/>
          <p:nvPr>
            <p:ph type="title"/>
          </p:nvPr>
        </p:nvSpPr>
        <p:spPr>
          <a:xfrm>
            <a:off x="607500" y="2213547"/>
            <a:ext cx="7921200" cy="1101600"/>
          </a:xfrm>
          <a:prstGeom prst="rect">
            <a:avLst/>
          </a:prstGeom>
        </p:spPr>
        <p:txBody>
          <a:bodyPr anchorCtr="0" anchor="b" bIns="34275" lIns="68575" spcFirstLastPara="1" rIns="68575" wrap="square" tIns="34275">
            <a:noAutofit/>
          </a:bodyPr>
          <a:lstStyle/>
          <a:p>
            <a:pPr indent="0" lvl="0" marL="0" rtl="0" algn="r">
              <a:spcBef>
                <a:spcPts val="0"/>
              </a:spcBef>
              <a:spcAft>
                <a:spcPts val="0"/>
              </a:spcAft>
              <a:buNone/>
            </a:pPr>
            <a:r>
              <a:rPr lang="en"/>
              <a:t>A: realizar a análise de atenção entre os pares de palavras</a:t>
            </a:r>
            <a:endParaRPr/>
          </a:p>
        </p:txBody>
      </p:sp>
      <p:sp>
        <p:nvSpPr>
          <p:cNvPr id="269" name="Google Shape;269;p44"/>
          <p:cNvSpPr txBox="1"/>
          <p:nvPr>
            <p:ph idx="1" type="body"/>
          </p:nvPr>
        </p:nvSpPr>
        <p:spPr>
          <a:xfrm>
            <a:off x="607500" y="3960901"/>
            <a:ext cx="7921200" cy="325500"/>
          </a:xfrm>
          <a:prstGeom prst="rect">
            <a:avLst/>
          </a:prstGeom>
        </p:spPr>
        <p:txBody>
          <a:bodyPr anchorCtr="0" anchor="t" bIns="34275" lIns="68575" spcFirstLastPara="1" rIns="68575" wrap="square" tIns="34275">
            <a:noAutofit/>
          </a:bodyPr>
          <a:lstStyle/>
          <a:p>
            <a:pPr indent="0" lvl="0" marL="0" rtl="0" algn="r">
              <a:spcBef>
                <a:spcPts val="300"/>
              </a:spcBef>
              <a:spcAft>
                <a:spcPts val="0"/>
              </a:spcAft>
              <a:buNone/>
            </a:pPr>
            <a:r>
              <a:t/>
            </a:r>
            <a:endParaRPr/>
          </a:p>
        </p:txBody>
      </p:sp>
      <p:pic>
        <p:nvPicPr>
          <p:cNvPr descr="Ficheiro:Atenção.jpg – Wikipédia, a enciclopédia livre" id="270" name="Google Shape;270;p44"/>
          <p:cNvPicPr preferRelativeResize="0"/>
          <p:nvPr/>
        </p:nvPicPr>
        <p:blipFill>
          <a:blip r:embed="rId3">
            <a:alphaModFix/>
          </a:blip>
          <a:stretch>
            <a:fillRect/>
          </a:stretch>
        </p:blipFill>
        <p:spPr>
          <a:xfrm>
            <a:off x="501500" y="121375"/>
            <a:ext cx="2206644" cy="1908747"/>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45"/>
          <p:cNvSpPr txBox="1"/>
          <p:nvPr>
            <p:ph type="title"/>
          </p:nvPr>
        </p:nvSpPr>
        <p:spPr>
          <a:xfrm>
            <a:off x="607500" y="183526"/>
            <a:ext cx="7929000" cy="7278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t>Por que pares de palavras?</a:t>
            </a:r>
            <a:endParaRPr/>
          </a:p>
        </p:txBody>
      </p:sp>
      <p:sp>
        <p:nvSpPr>
          <p:cNvPr id="276" name="Google Shape;276;p45"/>
          <p:cNvSpPr txBox="1"/>
          <p:nvPr>
            <p:ph idx="1" type="body"/>
          </p:nvPr>
        </p:nvSpPr>
        <p:spPr>
          <a:xfrm>
            <a:off x="614025" y="1369625"/>
            <a:ext cx="7929000" cy="3510000"/>
          </a:xfrm>
          <a:prstGeom prst="rect">
            <a:avLst/>
          </a:prstGeom>
        </p:spPr>
        <p:txBody>
          <a:bodyPr anchorCtr="0" anchor="t" bIns="34275" lIns="68575" spcFirstLastPara="1" rIns="68575" wrap="square" tIns="34275">
            <a:normAutofit/>
          </a:bodyPr>
          <a:lstStyle/>
          <a:p>
            <a:pPr indent="-361950" lvl="0" marL="457200" rtl="0" algn="l">
              <a:spcBef>
                <a:spcPts val="1000"/>
              </a:spcBef>
              <a:spcAft>
                <a:spcPts val="0"/>
              </a:spcAft>
              <a:buSzPts val="2100"/>
              <a:buChar char="●"/>
            </a:pPr>
            <a:r>
              <a:rPr lang="en"/>
              <a:t>Normalmente as transformers recebem um quantidade de palavras grandes, &gt; 1000.</a:t>
            </a:r>
            <a:endParaRPr/>
          </a:p>
          <a:p>
            <a:pPr indent="-361950" lvl="0" marL="457200" rtl="0" algn="l">
              <a:spcBef>
                <a:spcPts val="1000"/>
              </a:spcBef>
              <a:spcAft>
                <a:spcPts val="0"/>
              </a:spcAft>
              <a:buSzPts val="2100"/>
              <a:buChar char="●"/>
            </a:pPr>
            <a:r>
              <a:rPr lang="en"/>
              <a:t>Em textos, muitas vezes uma palavra distante pode estar altamente relacionada com outra</a:t>
            </a:r>
            <a:endParaRPr/>
          </a:p>
          <a:p>
            <a:pPr indent="0" lvl="0" marL="0" rtl="0" algn="l">
              <a:spcBef>
                <a:spcPts val="1000"/>
              </a:spcBef>
              <a:spcAft>
                <a:spcPts val="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46"/>
          <p:cNvSpPr txBox="1"/>
          <p:nvPr>
            <p:ph type="title"/>
          </p:nvPr>
        </p:nvSpPr>
        <p:spPr>
          <a:xfrm>
            <a:off x="607500" y="183526"/>
            <a:ext cx="7929000" cy="7278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t>Caso extremo de palavras altamente correlacionadas distantes</a:t>
            </a:r>
            <a:endParaRPr/>
          </a:p>
        </p:txBody>
      </p:sp>
      <p:sp>
        <p:nvSpPr>
          <p:cNvPr id="282" name="Google Shape;282;p46"/>
          <p:cNvSpPr txBox="1"/>
          <p:nvPr>
            <p:ph idx="1" type="body"/>
          </p:nvPr>
        </p:nvSpPr>
        <p:spPr>
          <a:xfrm>
            <a:off x="3374700" y="1369625"/>
            <a:ext cx="5168400" cy="3618600"/>
          </a:xfrm>
          <a:prstGeom prst="rect">
            <a:avLst/>
          </a:prstGeom>
        </p:spPr>
        <p:txBody>
          <a:bodyPr anchorCtr="0" anchor="t" bIns="34275" lIns="68575" spcFirstLastPara="1" rIns="68575" wrap="square" tIns="34275">
            <a:normAutofit/>
          </a:bodyPr>
          <a:lstStyle/>
          <a:p>
            <a:pPr indent="-361950" lvl="0" marL="457200" rtl="0" algn="l">
              <a:spcBef>
                <a:spcPts val="1000"/>
              </a:spcBef>
              <a:spcAft>
                <a:spcPts val="0"/>
              </a:spcAft>
              <a:buSzPts val="2100"/>
              <a:buChar char="●"/>
            </a:pPr>
            <a:r>
              <a:rPr lang="en"/>
              <a:t>Autocompletar o nome do assassino em um livro de mistério</a:t>
            </a:r>
            <a:endParaRPr/>
          </a:p>
          <a:p>
            <a:pPr indent="-361950" lvl="0" marL="457200" rtl="0" algn="l">
              <a:spcBef>
                <a:spcPts val="1000"/>
              </a:spcBef>
              <a:spcAft>
                <a:spcPts val="0"/>
              </a:spcAft>
              <a:buSzPts val="2100"/>
              <a:buChar char="●"/>
            </a:pPr>
            <a:r>
              <a:rPr lang="en"/>
              <a:t>Tarefa muito difícil</a:t>
            </a:r>
            <a:endParaRPr/>
          </a:p>
          <a:p>
            <a:pPr indent="-361950" lvl="0" marL="457200" rtl="0" algn="l">
              <a:spcBef>
                <a:spcPts val="1000"/>
              </a:spcBef>
              <a:spcAft>
                <a:spcPts val="0"/>
              </a:spcAft>
              <a:buSzPts val="2100"/>
              <a:buChar char="●"/>
            </a:pPr>
            <a:r>
              <a:rPr lang="en"/>
              <a:t>Precisamos de vários acontecimentos do livro todo!</a:t>
            </a:r>
            <a:endParaRPr/>
          </a:p>
        </p:txBody>
      </p:sp>
      <p:pic>
        <p:nvPicPr>
          <p:cNvPr id="283" name="Google Shape;283;p46"/>
          <p:cNvPicPr preferRelativeResize="0"/>
          <p:nvPr/>
        </p:nvPicPr>
        <p:blipFill>
          <a:blip r:embed="rId3">
            <a:alphaModFix/>
          </a:blip>
          <a:stretch>
            <a:fillRect/>
          </a:stretch>
        </p:blipFill>
        <p:spPr>
          <a:xfrm>
            <a:off x="307550" y="1094751"/>
            <a:ext cx="2741308" cy="39273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7"/>
          <p:cNvSpPr txBox="1"/>
          <p:nvPr>
            <p:ph type="title"/>
          </p:nvPr>
        </p:nvSpPr>
        <p:spPr>
          <a:xfrm>
            <a:off x="607500" y="183526"/>
            <a:ext cx="7929000" cy="7278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t>Todos os pares são checados um contra o outro usando dois outros vetores de pesos</a:t>
            </a:r>
            <a:endParaRPr/>
          </a:p>
        </p:txBody>
      </p:sp>
      <p:pic>
        <p:nvPicPr>
          <p:cNvPr id="289" name="Google Shape;289;p47"/>
          <p:cNvPicPr preferRelativeResize="0"/>
          <p:nvPr/>
        </p:nvPicPr>
        <p:blipFill>
          <a:blip r:embed="rId3">
            <a:alphaModFix/>
          </a:blip>
          <a:stretch>
            <a:fillRect/>
          </a:stretch>
        </p:blipFill>
        <p:spPr>
          <a:xfrm>
            <a:off x="750050" y="3192401"/>
            <a:ext cx="695325" cy="419100"/>
          </a:xfrm>
          <a:prstGeom prst="rect">
            <a:avLst/>
          </a:prstGeom>
          <a:noFill/>
          <a:ln>
            <a:noFill/>
          </a:ln>
        </p:spPr>
      </p:pic>
      <p:pic>
        <p:nvPicPr>
          <p:cNvPr id="290" name="Google Shape;290;p47"/>
          <p:cNvPicPr preferRelativeResize="0"/>
          <p:nvPr/>
        </p:nvPicPr>
        <p:blipFill>
          <a:blip r:embed="rId4">
            <a:alphaModFix/>
          </a:blip>
          <a:stretch>
            <a:fillRect/>
          </a:stretch>
        </p:blipFill>
        <p:spPr>
          <a:xfrm>
            <a:off x="764350" y="1614551"/>
            <a:ext cx="666750" cy="438150"/>
          </a:xfrm>
          <a:prstGeom prst="rect">
            <a:avLst/>
          </a:prstGeom>
          <a:noFill/>
          <a:ln>
            <a:noFill/>
          </a:ln>
        </p:spPr>
      </p:pic>
      <p:sp>
        <p:nvSpPr>
          <p:cNvPr id="291" name="Google Shape;291;p47"/>
          <p:cNvSpPr txBox="1"/>
          <p:nvPr/>
        </p:nvSpPr>
        <p:spPr>
          <a:xfrm>
            <a:off x="1916200" y="1613650"/>
            <a:ext cx="63849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latin typeface="Century Gothic"/>
                <a:ea typeface="Century Gothic"/>
                <a:cs typeface="Century Gothic"/>
                <a:sym typeface="Century Gothic"/>
              </a:rPr>
              <a:t>Query: como se fosse a pergunta:</a:t>
            </a:r>
            <a:endParaRPr>
              <a:solidFill>
                <a:schemeClr val="lt1"/>
              </a:solidFill>
              <a:latin typeface="Century Gothic"/>
              <a:ea typeface="Century Gothic"/>
              <a:cs typeface="Century Gothic"/>
              <a:sym typeface="Century Gothic"/>
            </a:endParaRPr>
          </a:p>
          <a:p>
            <a:pPr indent="0" lvl="0" marL="0" rtl="0" algn="l">
              <a:spcBef>
                <a:spcPts val="0"/>
              </a:spcBef>
              <a:spcAft>
                <a:spcPts val="0"/>
              </a:spcAft>
              <a:buNone/>
            </a:pPr>
            <a:r>
              <a:rPr lang="en">
                <a:solidFill>
                  <a:schemeClr val="lt1"/>
                </a:solidFill>
                <a:latin typeface="Century Gothic"/>
                <a:ea typeface="Century Gothic"/>
                <a:cs typeface="Century Gothic"/>
                <a:sym typeface="Century Gothic"/>
              </a:rPr>
              <a:t>	</a:t>
            </a:r>
            <a:endParaRPr>
              <a:solidFill>
                <a:schemeClr val="lt1"/>
              </a:solidFill>
              <a:latin typeface="Century Gothic"/>
              <a:ea typeface="Century Gothic"/>
              <a:cs typeface="Century Gothic"/>
              <a:sym typeface="Century Gothic"/>
            </a:endParaRPr>
          </a:p>
          <a:p>
            <a:pPr indent="0" lvl="0" marL="0" rtl="0" algn="l">
              <a:spcBef>
                <a:spcPts val="0"/>
              </a:spcBef>
              <a:spcAft>
                <a:spcPts val="0"/>
              </a:spcAft>
              <a:buNone/>
            </a:pPr>
            <a:r>
              <a:rPr lang="en">
                <a:solidFill>
                  <a:schemeClr val="lt1"/>
                </a:solidFill>
                <a:latin typeface="Century Gothic"/>
                <a:ea typeface="Century Gothic"/>
                <a:cs typeface="Century Gothic"/>
                <a:sym typeface="Century Gothic"/>
              </a:rPr>
              <a:t>Ex: se for um substantivo</a:t>
            </a:r>
            <a:endParaRPr>
              <a:solidFill>
                <a:schemeClr val="lt1"/>
              </a:solidFill>
              <a:latin typeface="Century Gothic"/>
              <a:ea typeface="Century Gothic"/>
              <a:cs typeface="Century Gothic"/>
              <a:sym typeface="Century Gothic"/>
            </a:endParaRPr>
          </a:p>
          <a:p>
            <a:pPr indent="-317500" lvl="0" marL="457200" rtl="0" algn="l">
              <a:spcBef>
                <a:spcPts val="0"/>
              </a:spcBef>
              <a:spcAft>
                <a:spcPts val="0"/>
              </a:spcAft>
              <a:buClr>
                <a:schemeClr val="lt1"/>
              </a:buClr>
              <a:buSzPts val="1400"/>
              <a:buFont typeface="Century Gothic"/>
              <a:buChar char="●"/>
            </a:pPr>
            <a:r>
              <a:rPr lang="en">
                <a:solidFill>
                  <a:schemeClr val="lt1"/>
                </a:solidFill>
                <a:latin typeface="Century Gothic"/>
                <a:ea typeface="Century Gothic"/>
                <a:cs typeface="Century Gothic"/>
                <a:sym typeface="Century Gothic"/>
              </a:rPr>
              <a:t>Quem são adjetivos dele?</a:t>
            </a:r>
            <a:endParaRPr>
              <a:solidFill>
                <a:schemeClr val="lt1"/>
              </a:solidFill>
              <a:latin typeface="Century Gothic"/>
              <a:ea typeface="Century Gothic"/>
              <a:cs typeface="Century Gothic"/>
              <a:sym typeface="Century Gothic"/>
            </a:endParaRPr>
          </a:p>
          <a:p>
            <a:pPr indent="-317500" lvl="0" marL="457200" rtl="0" algn="l">
              <a:spcBef>
                <a:spcPts val="0"/>
              </a:spcBef>
              <a:spcAft>
                <a:spcPts val="0"/>
              </a:spcAft>
              <a:buClr>
                <a:schemeClr val="lt1"/>
              </a:buClr>
              <a:buSzPts val="1400"/>
              <a:buFont typeface="Century Gothic"/>
              <a:buChar char="●"/>
            </a:pPr>
            <a:r>
              <a:rPr lang="en">
                <a:solidFill>
                  <a:schemeClr val="lt1"/>
                </a:solidFill>
                <a:latin typeface="Century Gothic"/>
                <a:ea typeface="Century Gothic"/>
                <a:cs typeface="Century Gothic"/>
                <a:sym typeface="Century Gothic"/>
              </a:rPr>
              <a:t>quem são verbos (ações dele)?</a:t>
            </a:r>
            <a:endParaRPr>
              <a:solidFill>
                <a:schemeClr val="lt1"/>
              </a:solidFill>
              <a:latin typeface="Century Gothic"/>
              <a:ea typeface="Century Gothic"/>
              <a:cs typeface="Century Gothic"/>
              <a:sym typeface="Century Gothic"/>
            </a:endParaRPr>
          </a:p>
        </p:txBody>
      </p:sp>
      <p:sp>
        <p:nvSpPr>
          <p:cNvPr id="292" name="Google Shape;292;p47"/>
          <p:cNvSpPr txBox="1"/>
          <p:nvPr/>
        </p:nvSpPr>
        <p:spPr>
          <a:xfrm>
            <a:off x="1916200" y="3192400"/>
            <a:ext cx="63849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latin typeface="Century Gothic"/>
                <a:ea typeface="Century Gothic"/>
                <a:cs typeface="Century Gothic"/>
                <a:sym typeface="Century Gothic"/>
              </a:rPr>
              <a:t>Chave</a:t>
            </a:r>
            <a:r>
              <a:rPr lang="en">
                <a:solidFill>
                  <a:schemeClr val="lt1"/>
                </a:solidFill>
                <a:latin typeface="Century Gothic"/>
                <a:ea typeface="Century Gothic"/>
                <a:cs typeface="Century Gothic"/>
                <a:sym typeface="Century Gothic"/>
              </a:rPr>
              <a:t>: seria a resposta de cada palavra</a:t>
            </a:r>
            <a:endParaRPr>
              <a:solidFill>
                <a:schemeClr val="lt1"/>
              </a:solidFill>
              <a:latin typeface="Century Gothic"/>
              <a:ea typeface="Century Gothic"/>
              <a:cs typeface="Century Gothic"/>
              <a:sym typeface="Century Gothic"/>
            </a:endParaRPr>
          </a:p>
          <a:p>
            <a:pPr indent="0" lvl="0" marL="0" rtl="0" algn="l">
              <a:spcBef>
                <a:spcPts val="0"/>
              </a:spcBef>
              <a:spcAft>
                <a:spcPts val="0"/>
              </a:spcAft>
              <a:buNone/>
            </a:pPr>
            <a:r>
              <a:rPr lang="en">
                <a:solidFill>
                  <a:schemeClr val="lt1"/>
                </a:solidFill>
                <a:latin typeface="Century Gothic"/>
                <a:ea typeface="Century Gothic"/>
                <a:cs typeface="Century Gothic"/>
                <a:sym typeface="Century Gothic"/>
              </a:rPr>
              <a:t>	</a:t>
            </a:r>
            <a:endParaRPr>
              <a:solidFill>
                <a:schemeClr val="lt1"/>
              </a:solidFill>
              <a:latin typeface="Century Gothic"/>
              <a:ea typeface="Century Gothic"/>
              <a:cs typeface="Century Gothic"/>
              <a:sym typeface="Century Gothic"/>
            </a:endParaRPr>
          </a:p>
          <a:p>
            <a:pPr indent="-317500" lvl="0" marL="457200" rtl="0" algn="l">
              <a:spcBef>
                <a:spcPts val="0"/>
              </a:spcBef>
              <a:spcAft>
                <a:spcPts val="0"/>
              </a:spcAft>
              <a:buClr>
                <a:schemeClr val="lt1"/>
              </a:buClr>
              <a:buSzPts val="1400"/>
              <a:buFont typeface="Century Gothic"/>
              <a:buChar char="●"/>
            </a:pPr>
            <a:r>
              <a:rPr lang="en">
                <a:solidFill>
                  <a:schemeClr val="lt1"/>
                </a:solidFill>
                <a:latin typeface="Century Gothic"/>
                <a:ea typeface="Century Gothic"/>
                <a:cs typeface="Century Gothic"/>
                <a:sym typeface="Century Gothic"/>
              </a:rPr>
              <a:t>Sou um adjetivo</a:t>
            </a:r>
            <a:endParaRPr>
              <a:solidFill>
                <a:schemeClr val="lt1"/>
              </a:solidFill>
              <a:latin typeface="Century Gothic"/>
              <a:ea typeface="Century Gothic"/>
              <a:cs typeface="Century Gothic"/>
              <a:sym typeface="Century Gothic"/>
            </a:endParaRPr>
          </a:p>
          <a:p>
            <a:pPr indent="-317500" lvl="0" marL="457200" rtl="0" algn="l">
              <a:spcBef>
                <a:spcPts val="0"/>
              </a:spcBef>
              <a:spcAft>
                <a:spcPts val="0"/>
              </a:spcAft>
              <a:buClr>
                <a:schemeClr val="lt1"/>
              </a:buClr>
              <a:buSzPts val="1400"/>
              <a:buFont typeface="Century Gothic"/>
              <a:buChar char="●"/>
            </a:pPr>
            <a:r>
              <a:rPr lang="en">
                <a:solidFill>
                  <a:schemeClr val="lt1"/>
                </a:solidFill>
                <a:latin typeface="Century Gothic"/>
                <a:ea typeface="Century Gothic"/>
                <a:cs typeface="Century Gothic"/>
                <a:sym typeface="Century Gothic"/>
              </a:rPr>
              <a:t>Sou  um verbo</a:t>
            </a:r>
            <a:endParaRPr>
              <a:solidFill>
                <a:schemeClr val="lt1"/>
              </a:solidFill>
              <a:latin typeface="Century Gothic"/>
              <a:ea typeface="Century Gothic"/>
              <a:cs typeface="Century Gothic"/>
              <a:sym typeface="Century Gothic"/>
            </a:endParaRPr>
          </a:p>
          <a:p>
            <a:pPr indent="-317500" lvl="0" marL="457200" rtl="0" algn="l">
              <a:spcBef>
                <a:spcPts val="0"/>
              </a:spcBef>
              <a:spcAft>
                <a:spcPts val="0"/>
              </a:spcAft>
              <a:buClr>
                <a:schemeClr val="lt1"/>
              </a:buClr>
              <a:buSzPts val="1400"/>
              <a:buFont typeface="Century Gothic"/>
              <a:buChar char="●"/>
            </a:pPr>
            <a:r>
              <a:rPr lang="en">
                <a:solidFill>
                  <a:schemeClr val="lt1"/>
                </a:solidFill>
                <a:latin typeface="Century Gothic"/>
                <a:ea typeface="Century Gothic"/>
                <a:cs typeface="Century Gothic"/>
                <a:sym typeface="Century Gothic"/>
              </a:rPr>
              <a:t>etc...</a:t>
            </a:r>
            <a:endParaRPr>
              <a:solidFill>
                <a:schemeClr val="lt1"/>
              </a:solidFill>
              <a:latin typeface="Century Gothic"/>
              <a:ea typeface="Century Gothic"/>
              <a:cs typeface="Century Gothic"/>
              <a:sym typeface="Century Gothic"/>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48"/>
          <p:cNvSpPr txBox="1"/>
          <p:nvPr>
            <p:ph type="title"/>
          </p:nvPr>
        </p:nvSpPr>
        <p:spPr>
          <a:xfrm>
            <a:off x="607500" y="183526"/>
            <a:ext cx="7929000" cy="7278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t>Como calcula?</a:t>
            </a:r>
            <a:endParaRPr/>
          </a:p>
        </p:txBody>
      </p:sp>
      <p:sp>
        <p:nvSpPr>
          <p:cNvPr id="298" name="Google Shape;298;p48"/>
          <p:cNvSpPr txBox="1"/>
          <p:nvPr>
            <p:ph idx="1" type="body"/>
          </p:nvPr>
        </p:nvSpPr>
        <p:spPr>
          <a:xfrm>
            <a:off x="614025" y="1369625"/>
            <a:ext cx="7929000" cy="957900"/>
          </a:xfrm>
          <a:prstGeom prst="rect">
            <a:avLst/>
          </a:prstGeom>
        </p:spPr>
        <p:txBody>
          <a:bodyPr anchorCtr="0" anchor="t" bIns="34275" lIns="68575" spcFirstLastPara="1" rIns="68575" wrap="square" tIns="34275">
            <a:normAutofit/>
          </a:bodyPr>
          <a:lstStyle/>
          <a:p>
            <a:pPr indent="0" lvl="0" marL="0" rtl="0" algn="l">
              <a:spcBef>
                <a:spcPts val="1000"/>
              </a:spcBef>
              <a:spcAft>
                <a:spcPts val="0"/>
              </a:spcAft>
              <a:buNone/>
            </a:pPr>
            <a:r>
              <a:rPr lang="en"/>
              <a:t>X é a entrada (embedding + posição)</a:t>
            </a:r>
            <a:endParaRPr/>
          </a:p>
        </p:txBody>
      </p:sp>
      <p:pic>
        <p:nvPicPr>
          <p:cNvPr id="299" name="Google Shape;299;p48"/>
          <p:cNvPicPr preferRelativeResize="0"/>
          <p:nvPr/>
        </p:nvPicPr>
        <p:blipFill>
          <a:blip r:embed="rId3">
            <a:alphaModFix/>
          </a:blip>
          <a:stretch>
            <a:fillRect/>
          </a:stretch>
        </p:blipFill>
        <p:spPr>
          <a:xfrm>
            <a:off x="1039250" y="2247175"/>
            <a:ext cx="1533525" cy="447675"/>
          </a:xfrm>
          <a:prstGeom prst="rect">
            <a:avLst/>
          </a:prstGeom>
          <a:noFill/>
          <a:ln>
            <a:noFill/>
          </a:ln>
        </p:spPr>
      </p:pic>
      <p:pic>
        <p:nvPicPr>
          <p:cNvPr id="300" name="Google Shape;300;p48"/>
          <p:cNvPicPr preferRelativeResize="0"/>
          <p:nvPr/>
        </p:nvPicPr>
        <p:blipFill>
          <a:blip r:embed="rId4">
            <a:alphaModFix/>
          </a:blip>
          <a:stretch>
            <a:fillRect/>
          </a:stretch>
        </p:blipFill>
        <p:spPr>
          <a:xfrm>
            <a:off x="1039250" y="3506700"/>
            <a:ext cx="1590675" cy="504825"/>
          </a:xfrm>
          <a:prstGeom prst="rect">
            <a:avLst/>
          </a:prstGeom>
          <a:noFill/>
          <a:ln>
            <a:noFill/>
          </a:ln>
        </p:spPr>
      </p:pic>
      <p:sp>
        <p:nvSpPr>
          <p:cNvPr id="301" name="Google Shape;301;p48"/>
          <p:cNvSpPr txBox="1"/>
          <p:nvPr/>
        </p:nvSpPr>
        <p:spPr>
          <a:xfrm>
            <a:off x="2873100" y="2079250"/>
            <a:ext cx="5663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latin typeface="Century Gothic"/>
                <a:ea typeface="Century Gothic"/>
                <a:cs typeface="Century Gothic"/>
                <a:sym typeface="Century Gothic"/>
              </a:rPr>
              <a:t>Cada palavra vai ter os vetores Q e W, de mesmo tamanho do embedding</a:t>
            </a:r>
            <a:endParaRPr>
              <a:solidFill>
                <a:schemeClr val="lt1"/>
              </a:solidFill>
              <a:latin typeface="Century Gothic"/>
              <a:ea typeface="Century Gothic"/>
              <a:cs typeface="Century Gothic"/>
              <a:sym typeface="Century Gothic"/>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49"/>
          <p:cNvSpPr txBox="1"/>
          <p:nvPr>
            <p:ph type="title"/>
          </p:nvPr>
        </p:nvSpPr>
        <p:spPr>
          <a:xfrm>
            <a:off x="607500" y="183526"/>
            <a:ext cx="7929000" cy="7278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t>Para cada par de tokens fazemos o produto e somamos os dois vetores</a:t>
            </a:r>
            <a:endParaRPr/>
          </a:p>
        </p:txBody>
      </p:sp>
      <p:sp>
        <p:nvSpPr>
          <p:cNvPr id="307" name="Google Shape;307;p49"/>
          <p:cNvSpPr txBox="1"/>
          <p:nvPr>
            <p:ph idx="1" type="body"/>
          </p:nvPr>
        </p:nvSpPr>
        <p:spPr>
          <a:xfrm>
            <a:off x="614025" y="1369625"/>
            <a:ext cx="7929000" cy="3780300"/>
          </a:xfrm>
          <a:prstGeom prst="rect">
            <a:avLst/>
          </a:prstGeom>
        </p:spPr>
        <p:txBody>
          <a:bodyPr anchorCtr="0" anchor="t" bIns="34275" lIns="68575" spcFirstLastPara="1" rIns="68575" wrap="square" tIns="34275">
            <a:normAutofit/>
          </a:bodyPr>
          <a:lstStyle/>
          <a:p>
            <a:pPr indent="0" lvl="0" marL="0" rtl="0" algn="l">
              <a:spcBef>
                <a:spcPts val="1000"/>
              </a:spcBef>
              <a:spcAft>
                <a:spcPts val="0"/>
              </a:spcAft>
              <a:buNone/>
            </a:pPr>
            <a:r>
              <a:t/>
            </a:r>
            <a:endParaRPr/>
          </a:p>
        </p:txBody>
      </p:sp>
      <p:pic>
        <p:nvPicPr>
          <p:cNvPr id="308" name="Google Shape;308;p49"/>
          <p:cNvPicPr preferRelativeResize="0"/>
          <p:nvPr/>
        </p:nvPicPr>
        <p:blipFill>
          <a:blip r:embed="rId3">
            <a:alphaModFix/>
          </a:blip>
          <a:stretch>
            <a:fillRect/>
          </a:stretch>
        </p:blipFill>
        <p:spPr>
          <a:xfrm>
            <a:off x="858149" y="1222225"/>
            <a:ext cx="7232975" cy="37803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50"/>
          <p:cNvSpPr txBox="1"/>
          <p:nvPr>
            <p:ph type="title"/>
          </p:nvPr>
        </p:nvSpPr>
        <p:spPr>
          <a:xfrm>
            <a:off x="607500" y="183526"/>
            <a:ext cx="7929000" cy="7278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t>Intuição, o que significa multiplicar os vetores K e Q</a:t>
            </a:r>
            <a:endParaRPr/>
          </a:p>
        </p:txBody>
      </p:sp>
      <p:sp>
        <p:nvSpPr>
          <p:cNvPr id="314" name="Google Shape;314;p50"/>
          <p:cNvSpPr txBox="1"/>
          <p:nvPr>
            <p:ph idx="1" type="body"/>
          </p:nvPr>
        </p:nvSpPr>
        <p:spPr>
          <a:xfrm>
            <a:off x="614025" y="1272300"/>
            <a:ext cx="7929000" cy="3777900"/>
          </a:xfrm>
          <a:prstGeom prst="rect">
            <a:avLst/>
          </a:prstGeom>
        </p:spPr>
        <p:txBody>
          <a:bodyPr anchorCtr="0" anchor="t" bIns="34275" lIns="68575" spcFirstLastPara="1" rIns="68575" wrap="square" tIns="34275">
            <a:normAutofit/>
          </a:bodyPr>
          <a:lstStyle/>
          <a:p>
            <a:pPr indent="-361950" lvl="0" marL="457200" rtl="0" algn="l">
              <a:spcBef>
                <a:spcPts val="1000"/>
              </a:spcBef>
              <a:spcAft>
                <a:spcPts val="0"/>
              </a:spcAft>
              <a:buSzPts val="2100"/>
              <a:buChar char="●"/>
            </a:pPr>
            <a:r>
              <a:rPr lang="en"/>
              <a:t>Lembre que a multiplicação de vetores</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361950" lvl="0" marL="457200" rtl="0" algn="l">
              <a:spcBef>
                <a:spcPts val="1000"/>
              </a:spcBef>
              <a:spcAft>
                <a:spcPts val="0"/>
              </a:spcAft>
              <a:buSzPts val="2100"/>
              <a:buChar char="●"/>
            </a:pPr>
            <a:r>
              <a:rPr lang="en"/>
              <a:t>Ou seja: quanto mais os elementos concordarem (+ com +        - com -), maior será o valor</a:t>
            </a:r>
            <a:endParaRPr/>
          </a:p>
          <a:p>
            <a:pPr indent="-361950" lvl="0" marL="457200" rtl="0" algn="l">
              <a:spcBef>
                <a:spcPts val="1000"/>
              </a:spcBef>
              <a:spcAft>
                <a:spcPts val="0"/>
              </a:spcAft>
              <a:buSzPts val="2100"/>
              <a:buChar char="●"/>
            </a:pPr>
            <a:r>
              <a:rPr lang="en"/>
              <a:t>Quanto mais K e Q concordam maior o valor (eles são normalizados para 0 e 1, somando 1.</a:t>
            </a:r>
            <a:endParaRPr/>
          </a:p>
        </p:txBody>
      </p:sp>
      <p:pic>
        <p:nvPicPr>
          <p:cNvPr id="315" name="Google Shape;315;p50"/>
          <p:cNvPicPr preferRelativeResize="0"/>
          <p:nvPr/>
        </p:nvPicPr>
        <p:blipFill rotWithShape="1">
          <a:blip r:embed="rId3">
            <a:alphaModFix/>
          </a:blip>
          <a:srcRect b="7579" l="0" r="0" t="0"/>
          <a:stretch/>
        </p:blipFill>
        <p:spPr>
          <a:xfrm>
            <a:off x="2063600" y="1766400"/>
            <a:ext cx="4406500" cy="153517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51"/>
          <p:cNvSpPr txBox="1"/>
          <p:nvPr>
            <p:ph type="title"/>
          </p:nvPr>
        </p:nvSpPr>
        <p:spPr>
          <a:xfrm>
            <a:off x="607500" y="183526"/>
            <a:ext cx="7929000" cy="7278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t>Normalização entre 0 e 1 com soma 1: softmax</a:t>
            </a:r>
            <a:endParaRPr/>
          </a:p>
        </p:txBody>
      </p:sp>
      <p:pic>
        <p:nvPicPr>
          <p:cNvPr id="321" name="Google Shape;321;p51"/>
          <p:cNvPicPr preferRelativeResize="0"/>
          <p:nvPr/>
        </p:nvPicPr>
        <p:blipFill>
          <a:blip r:embed="rId3">
            <a:alphaModFix/>
          </a:blip>
          <a:stretch>
            <a:fillRect/>
          </a:stretch>
        </p:blipFill>
        <p:spPr>
          <a:xfrm>
            <a:off x="2440950" y="2173125"/>
            <a:ext cx="2506700" cy="89127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52"/>
          <p:cNvSpPr txBox="1"/>
          <p:nvPr>
            <p:ph type="title"/>
          </p:nvPr>
        </p:nvSpPr>
        <p:spPr>
          <a:xfrm>
            <a:off x="607500" y="183526"/>
            <a:ext cx="7929000" cy="7278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t>Cada par de palavras vai ter um score de atenção único</a:t>
            </a:r>
            <a:endParaRPr/>
          </a:p>
        </p:txBody>
      </p:sp>
      <p:pic>
        <p:nvPicPr>
          <p:cNvPr id="327" name="Google Shape;327;p52"/>
          <p:cNvPicPr preferRelativeResize="0"/>
          <p:nvPr/>
        </p:nvPicPr>
        <p:blipFill>
          <a:blip r:embed="rId3">
            <a:alphaModFix/>
          </a:blip>
          <a:stretch>
            <a:fillRect/>
          </a:stretch>
        </p:blipFill>
        <p:spPr>
          <a:xfrm>
            <a:off x="1354875" y="1118026"/>
            <a:ext cx="6636333" cy="3927373"/>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53"/>
          <p:cNvSpPr txBox="1"/>
          <p:nvPr>
            <p:ph type="title"/>
          </p:nvPr>
        </p:nvSpPr>
        <p:spPr>
          <a:xfrm>
            <a:off x="607500" y="183526"/>
            <a:ext cx="7929000" cy="7278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t>A seguir esse resultado é multiplicado por V</a:t>
            </a:r>
            <a:endParaRPr/>
          </a:p>
        </p:txBody>
      </p:sp>
      <p:pic>
        <p:nvPicPr>
          <p:cNvPr id="333" name="Google Shape;333;p53"/>
          <p:cNvPicPr preferRelativeResize="0"/>
          <p:nvPr/>
        </p:nvPicPr>
        <p:blipFill>
          <a:blip r:embed="rId3">
            <a:alphaModFix/>
          </a:blip>
          <a:stretch>
            <a:fillRect/>
          </a:stretch>
        </p:blipFill>
        <p:spPr>
          <a:xfrm>
            <a:off x="904925" y="1568000"/>
            <a:ext cx="1703700" cy="573200"/>
          </a:xfrm>
          <a:prstGeom prst="rect">
            <a:avLst/>
          </a:prstGeom>
          <a:noFill/>
          <a:ln>
            <a:noFill/>
          </a:ln>
        </p:spPr>
      </p:pic>
      <p:sp>
        <p:nvSpPr>
          <p:cNvPr id="334" name="Google Shape;334;p53"/>
          <p:cNvSpPr txBox="1"/>
          <p:nvPr/>
        </p:nvSpPr>
        <p:spPr>
          <a:xfrm>
            <a:off x="1000775" y="2591150"/>
            <a:ext cx="7455300" cy="1857300"/>
          </a:xfrm>
          <a:prstGeom prst="rect">
            <a:avLst/>
          </a:prstGeom>
          <a:noFill/>
          <a:ln>
            <a:noFill/>
          </a:ln>
        </p:spPr>
        <p:txBody>
          <a:bodyPr anchorCtr="0" anchor="t" bIns="91425" lIns="91425" spcFirstLastPara="1" rIns="91425" wrap="square" tIns="91425">
            <a:spAutoFit/>
          </a:bodyPr>
          <a:lstStyle/>
          <a:p>
            <a:pPr indent="-349250" lvl="0" marL="457200" rtl="0" algn="l">
              <a:spcBef>
                <a:spcPts val="0"/>
              </a:spcBef>
              <a:spcAft>
                <a:spcPts val="0"/>
              </a:spcAft>
              <a:buClr>
                <a:schemeClr val="lt1"/>
              </a:buClr>
              <a:buSzPts val="1900"/>
              <a:buFont typeface="Century Gothic"/>
              <a:buChar char="●"/>
            </a:pPr>
            <a:r>
              <a:rPr lang="en" sz="1900">
                <a:solidFill>
                  <a:schemeClr val="lt1"/>
                </a:solidFill>
                <a:latin typeface="Century Gothic"/>
                <a:ea typeface="Century Gothic"/>
                <a:cs typeface="Century Gothic"/>
                <a:sym typeface="Century Gothic"/>
              </a:rPr>
              <a:t>Os pesos V são uma etapa a mais de transformação realizada sobre o embedding</a:t>
            </a:r>
            <a:endParaRPr sz="1900">
              <a:solidFill>
                <a:schemeClr val="lt1"/>
              </a:solidFill>
              <a:latin typeface="Century Gothic"/>
              <a:ea typeface="Century Gothic"/>
              <a:cs typeface="Century Gothic"/>
              <a:sym typeface="Century Gothic"/>
            </a:endParaRPr>
          </a:p>
          <a:p>
            <a:pPr indent="-342900" lvl="1" marL="914400" rtl="0" algn="l">
              <a:spcBef>
                <a:spcPts val="1000"/>
              </a:spcBef>
              <a:spcAft>
                <a:spcPts val="0"/>
              </a:spcAft>
              <a:buClr>
                <a:schemeClr val="lt1"/>
              </a:buClr>
              <a:buSzPts val="1800"/>
              <a:buFont typeface="Century Gothic"/>
              <a:buChar char="○"/>
            </a:pPr>
            <a:r>
              <a:rPr lang="en" sz="1800">
                <a:solidFill>
                  <a:schemeClr val="lt1"/>
                </a:solidFill>
                <a:latin typeface="Century Gothic"/>
                <a:ea typeface="Century Gothic"/>
                <a:cs typeface="Century Gothic"/>
                <a:sym typeface="Century Gothic"/>
              </a:rPr>
              <a:t>Permite extrair informação sobre as palavras</a:t>
            </a:r>
            <a:endParaRPr sz="1800">
              <a:solidFill>
                <a:schemeClr val="lt1"/>
              </a:solidFill>
              <a:latin typeface="Century Gothic"/>
              <a:ea typeface="Century Gothic"/>
              <a:cs typeface="Century Gothic"/>
              <a:sym typeface="Century Gothic"/>
            </a:endParaRPr>
          </a:p>
          <a:p>
            <a:pPr indent="-342900" lvl="1" marL="914400" rtl="0" algn="l">
              <a:spcBef>
                <a:spcPts val="1000"/>
              </a:spcBef>
              <a:spcAft>
                <a:spcPts val="0"/>
              </a:spcAft>
              <a:buClr>
                <a:schemeClr val="lt1"/>
              </a:buClr>
              <a:buSzPts val="1800"/>
              <a:buFont typeface="Century Gothic"/>
              <a:buChar char="○"/>
            </a:pPr>
            <a:r>
              <a:rPr lang="en" sz="1800">
                <a:solidFill>
                  <a:schemeClr val="lt1"/>
                </a:solidFill>
                <a:latin typeface="Century Gothic"/>
                <a:ea typeface="Century Gothic"/>
                <a:cs typeface="Century Gothic"/>
                <a:sym typeface="Century Gothic"/>
              </a:rPr>
              <a:t>Codifica as palavras em vetor do tamanho igual ao K e Q (que podem ser menores) que o embedding</a:t>
            </a:r>
            <a:endParaRPr sz="1800">
              <a:solidFill>
                <a:schemeClr val="lt1"/>
              </a:solidFill>
              <a:latin typeface="Century Gothic"/>
              <a:ea typeface="Century Gothic"/>
              <a:cs typeface="Century Gothic"/>
              <a:sym typeface="Century Gothic"/>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54"/>
          <p:cNvSpPr txBox="1"/>
          <p:nvPr>
            <p:ph type="title"/>
          </p:nvPr>
        </p:nvSpPr>
        <p:spPr>
          <a:xfrm>
            <a:off x="607500" y="183526"/>
            <a:ext cx="7929000" cy="7278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t>Atenção</a:t>
            </a:r>
            <a:endParaRPr/>
          </a:p>
        </p:txBody>
      </p:sp>
      <p:pic>
        <p:nvPicPr>
          <p:cNvPr id="340" name="Google Shape;340;p54"/>
          <p:cNvPicPr preferRelativeResize="0"/>
          <p:nvPr/>
        </p:nvPicPr>
        <p:blipFill>
          <a:blip r:embed="rId3">
            <a:alphaModFix/>
          </a:blip>
          <a:stretch>
            <a:fillRect/>
          </a:stretch>
        </p:blipFill>
        <p:spPr>
          <a:xfrm>
            <a:off x="2697000" y="2118801"/>
            <a:ext cx="4133850" cy="81915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55"/>
          <p:cNvSpPr txBox="1"/>
          <p:nvPr>
            <p:ph type="title"/>
          </p:nvPr>
        </p:nvSpPr>
        <p:spPr>
          <a:xfrm>
            <a:off x="607500" y="183526"/>
            <a:ext cx="7929000" cy="7278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t>Já é o resultado final?</a:t>
            </a:r>
            <a:endParaRPr/>
          </a:p>
        </p:txBody>
      </p:sp>
      <p:sp>
        <p:nvSpPr>
          <p:cNvPr id="346" name="Google Shape;346;p55"/>
          <p:cNvSpPr txBox="1"/>
          <p:nvPr>
            <p:ph idx="1" type="body"/>
          </p:nvPr>
        </p:nvSpPr>
        <p:spPr>
          <a:xfrm>
            <a:off x="614025" y="1369625"/>
            <a:ext cx="7929000" cy="3780300"/>
          </a:xfrm>
          <a:prstGeom prst="rect">
            <a:avLst/>
          </a:prstGeom>
        </p:spPr>
        <p:txBody>
          <a:bodyPr anchorCtr="0" anchor="t" bIns="34275" lIns="68575" spcFirstLastPara="1" rIns="68575" wrap="square" tIns="34275">
            <a:normAutofit/>
          </a:bodyPr>
          <a:lstStyle/>
          <a:p>
            <a:pPr indent="-361950" lvl="0" marL="457200" rtl="0" algn="l">
              <a:spcBef>
                <a:spcPts val="1000"/>
              </a:spcBef>
              <a:spcAft>
                <a:spcPts val="0"/>
              </a:spcAft>
              <a:buSzPts val="2100"/>
              <a:buChar char="●"/>
            </a:pPr>
            <a:r>
              <a:rPr lang="en"/>
              <a:t>Normalmente se passam por várias camadas densa ou totalmente conectadas</a:t>
            </a:r>
            <a:endParaRPr/>
          </a:p>
          <a:p>
            <a:pPr indent="-361950" lvl="0" marL="457200" rtl="0" algn="l">
              <a:spcBef>
                <a:spcPts val="1000"/>
              </a:spcBef>
              <a:spcAft>
                <a:spcPts val="0"/>
              </a:spcAft>
              <a:buSzPts val="2100"/>
              <a:buChar char="●"/>
            </a:pPr>
            <a:r>
              <a:rPr lang="en"/>
              <a:t>E várias camadas atencionais.</a:t>
            </a:r>
            <a:endParaRPr/>
          </a:p>
          <a:p>
            <a:pPr indent="-361950" lvl="0" marL="457200" rtl="0" algn="l">
              <a:spcBef>
                <a:spcPts val="1000"/>
              </a:spcBef>
              <a:spcAft>
                <a:spcPts val="0"/>
              </a:spcAft>
              <a:buSzPts val="2100"/>
              <a:buChar char="●"/>
            </a:pPr>
            <a:r>
              <a:rPr lang="en"/>
              <a:t>No fim passamos por camada densa.</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56"/>
          <p:cNvSpPr txBox="1"/>
          <p:nvPr>
            <p:ph type="title"/>
          </p:nvPr>
        </p:nvSpPr>
        <p:spPr>
          <a:xfrm>
            <a:off x="607500" y="183526"/>
            <a:ext cx="7929000" cy="7278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t>Colabs</a:t>
            </a:r>
            <a:endParaRPr/>
          </a:p>
        </p:txBody>
      </p:sp>
      <p:sp>
        <p:nvSpPr>
          <p:cNvPr id="352" name="Google Shape;352;p56"/>
          <p:cNvSpPr txBox="1"/>
          <p:nvPr>
            <p:ph idx="1" type="body"/>
          </p:nvPr>
        </p:nvSpPr>
        <p:spPr>
          <a:xfrm>
            <a:off x="614025" y="1369625"/>
            <a:ext cx="7929000" cy="3780300"/>
          </a:xfrm>
          <a:prstGeom prst="rect">
            <a:avLst/>
          </a:prstGeom>
        </p:spPr>
        <p:txBody>
          <a:bodyPr anchorCtr="0" anchor="t" bIns="34275" lIns="68575" spcFirstLastPara="1" rIns="68575" wrap="square" tIns="34275">
            <a:normAutofit fontScale="77500" lnSpcReduction="20000"/>
          </a:bodyPr>
          <a:lstStyle/>
          <a:p>
            <a:pPr indent="0" lvl="0" marL="0" rtl="0" algn="l">
              <a:spcBef>
                <a:spcPts val="1000"/>
              </a:spcBef>
              <a:spcAft>
                <a:spcPts val="0"/>
              </a:spcAft>
              <a:buNone/>
            </a:pPr>
            <a:r>
              <a:rPr lang="en"/>
              <a:t>SingleHeadSmall</a:t>
            </a:r>
            <a:endParaRPr/>
          </a:p>
          <a:p>
            <a:pPr indent="0" lvl="0" marL="0" rtl="0" algn="l">
              <a:spcBef>
                <a:spcPts val="1000"/>
              </a:spcBef>
              <a:spcAft>
                <a:spcPts val="0"/>
              </a:spcAft>
              <a:buNone/>
            </a:pPr>
            <a:r>
              <a:rPr lang="en" u="sng">
                <a:solidFill>
                  <a:schemeClr val="hlink"/>
                </a:solidFill>
                <a:hlinkClick r:id="rId3"/>
              </a:rPr>
              <a:t>https://colab.research.google.com/drive/1h3YSG1ms6lJ72W1aeTj9IzBMyrc2KDYl</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n"/>
              <a:t>MultiHead:</a:t>
            </a:r>
            <a:endParaRPr/>
          </a:p>
          <a:p>
            <a:pPr indent="0" lvl="0" marL="0" rtl="0" algn="l">
              <a:spcBef>
                <a:spcPts val="1000"/>
              </a:spcBef>
              <a:spcAft>
                <a:spcPts val="0"/>
              </a:spcAft>
              <a:buNone/>
            </a:pPr>
            <a:r>
              <a:rPr lang="en" u="sng">
                <a:solidFill>
                  <a:schemeClr val="hlink"/>
                </a:solidFill>
                <a:hlinkClick r:id="rId4"/>
              </a:rPr>
              <a:t>https://colab.research.google.com/drive/1MfovwrKSzkdkPDPN0GwAXvtBex-xGdEm#scrollTo=a0d3d3f9</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n"/>
              <a:t>GPT-2: </a:t>
            </a:r>
            <a:r>
              <a:rPr lang="en" u="sng">
                <a:solidFill>
                  <a:schemeClr val="hlink"/>
                </a:solidFill>
                <a:hlinkClick r:id="rId5"/>
              </a:rPr>
              <a:t>https://colab.research.google.com/drive/11I-qgVe5acL8n6b6DWM-GhlfKw8xlEGz</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n" u="sng">
                <a:solidFill>
                  <a:schemeClr val="hlink"/>
                </a:solidFill>
                <a:hlinkClick r:id="rId6"/>
              </a:rPr>
              <a:t>https://colab.research.google.com/drive/1FRV2mS2DLYEfOZIW_PGctmHdJZAayYZV#scrollTo=zjjEN2Tafhl2</a:t>
            </a:r>
            <a:endParaRPr/>
          </a:p>
          <a:p>
            <a:pPr indent="0" lvl="0" marL="0" rtl="0" algn="l">
              <a:spcBef>
                <a:spcPts val="100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Citável">
  <a:themeElements>
    <a:clrScheme name="Personalizada 1">
      <a:dk1>
        <a:srgbClr val="000000"/>
      </a:dk1>
      <a:lt1>
        <a:srgbClr val="FFFFFF"/>
      </a:lt1>
      <a:dk2>
        <a:srgbClr val="212121"/>
      </a:dk2>
      <a:lt2>
        <a:srgbClr val="636363"/>
      </a:lt2>
      <a:accent1>
        <a:srgbClr val="359E45"/>
      </a:accent1>
      <a:accent2>
        <a:srgbClr val="D75BCD"/>
      </a:accent2>
      <a:accent3>
        <a:srgbClr val="E54D86"/>
      </a:accent3>
      <a:accent4>
        <a:srgbClr val="DE4547"/>
      </a:accent4>
      <a:accent5>
        <a:srgbClr val="F16E40"/>
      </a:accent5>
      <a:accent6>
        <a:srgbClr val="EB9C5A"/>
      </a:accent6>
      <a:hlink>
        <a:srgbClr val="8F8F8F"/>
      </a:hlink>
      <a:folHlink>
        <a:srgbClr val="A5A5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